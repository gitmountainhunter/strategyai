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2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5.xml" ContentType="application/vnd.openxmlformats-officedocument.theme+xml"/>
  <Override PartName="/ppt/tags/tag7.xml" ContentType="application/vnd.openxmlformats-officedocument.presentationml.tags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theme/theme6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theme/theme7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theme/theme8.xml" ContentType="application/vnd.openxmlformats-officedocument.theme+xml"/>
  <Override PartName="/ppt/tags/tag13.xml" ContentType="application/vnd.openxmlformats-officedocument.presentationml.tags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theme/theme9.xml" ContentType="application/vnd.openxmlformats-officedocument.theme+xml"/>
  <Override PartName="/ppt/tags/tag14.xml" ContentType="application/vnd.openxmlformats-officedocument.presentationml.tags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theme/theme10.xml" ContentType="application/vnd.openxmlformats-officedocument.theme+xml"/>
  <Override PartName="/ppt/tags/tag15.xml" ContentType="application/vnd.openxmlformats-officedocument.presentationml.tags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theme/theme11.xml" ContentType="application/vnd.openxmlformats-officedocument.theme+xml"/>
  <Override PartName="/ppt/tags/tag16.xml" ContentType="application/vnd.openxmlformats-officedocument.presentationml.tags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theme/theme12.xml" ContentType="application/vnd.openxmlformats-officedocument.theme+xml"/>
  <Override PartName="/ppt/tags/tag17.xml" ContentType="application/vnd.openxmlformats-officedocument.presentationml.tags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theme/theme13.xml" ContentType="application/vnd.openxmlformats-officedocument.theme+xml"/>
  <Override PartName="/ppt/tags/tag18.xml" ContentType="application/vnd.openxmlformats-officedocument.presentationml.tags+xml"/>
  <Override PartName="/ppt/slideLayouts/slideLayout415.xml" ContentType="application/vnd.openxmlformats-officedocument.presentationml.slideLayout+xml"/>
  <Override PartName="/ppt/theme/theme14.xml" ContentType="application/vnd.openxmlformats-officedocument.theme+xml"/>
  <Override PartName="/ppt/tags/tag19.xml" ContentType="application/vnd.openxmlformats-officedocument.presentationml.tags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9" r:id="rId4"/>
    <p:sldMasterId id="2147483693" r:id="rId5"/>
    <p:sldMasterId id="2147483728" r:id="rId6"/>
    <p:sldMasterId id="2147483758" r:id="rId7"/>
    <p:sldMasterId id="2147483799" r:id="rId8"/>
    <p:sldMasterId id="2147483829" r:id="rId9"/>
    <p:sldMasterId id="2147483860" r:id="rId10"/>
    <p:sldMasterId id="2147483893" r:id="rId11"/>
    <p:sldMasterId id="2147483929" r:id="rId12"/>
    <p:sldMasterId id="2147483959" r:id="rId13"/>
    <p:sldMasterId id="2147483992" r:id="rId14"/>
    <p:sldMasterId id="2147484027" r:id="rId15"/>
    <p:sldMasterId id="2147484057" r:id="rId16"/>
    <p:sldMasterId id="2147484087" r:id="rId17"/>
    <p:sldMasterId id="2147483660" r:id="rId18"/>
  </p:sldMasterIdLst>
  <p:notesMasterIdLst>
    <p:notesMasterId r:id="rId32"/>
  </p:notesMasterIdLst>
  <p:sldIdLst>
    <p:sldId id="286" r:id="rId19"/>
    <p:sldId id="298" r:id="rId20"/>
    <p:sldId id="300" r:id="rId21"/>
    <p:sldId id="265" r:id="rId22"/>
    <p:sldId id="257" r:id="rId23"/>
    <p:sldId id="302" r:id="rId24"/>
    <p:sldId id="297" r:id="rId25"/>
    <p:sldId id="293" r:id="rId26"/>
    <p:sldId id="294" r:id="rId27"/>
    <p:sldId id="295" r:id="rId28"/>
    <p:sldId id="296" r:id="rId29"/>
    <p:sldId id="303" r:id="rId30"/>
    <p:sldId id="299" r:id="rId31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2D1B1D-DEC0-DD97-B7D1-D079C2511950}" name="Bruno Alves" initials="BB" userId="S::BAlves3@slb.com::8ed3014f-3bac-4355-ab13-fd08af9801e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4DC"/>
    <a:srgbClr val="00D2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91DFB4-B0A3-45EB-90B2-08FF490E7BC4}" v="202" dt="2025-11-19T02:10:30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130" autoAdjust="0"/>
  </p:normalViewPr>
  <p:slideViewPr>
    <p:cSldViewPr snapToGrid="0">
      <p:cViewPr varScale="1">
        <p:scale>
          <a:sx n="95" d="100"/>
          <a:sy n="95" d="100"/>
        </p:scale>
        <p:origin x="115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8.xml"/><Relationship Id="rId39" Type="http://schemas.microsoft.com/office/2018/10/relationships/authors" Target="authors.xml"/><Relationship Id="rId21" Type="http://schemas.openxmlformats.org/officeDocument/2006/relationships/slide" Target="slides/slide3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7.xml"/><Relationship Id="rId33" Type="http://schemas.openxmlformats.org/officeDocument/2006/relationships/tags" Target="tags/tag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" Target="slides/slide2.xml"/><Relationship Id="rId29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6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5.xml"/><Relationship Id="rId28" Type="http://schemas.openxmlformats.org/officeDocument/2006/relationships/slide" Target="slides/slide10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1.xml"/><Relationship Id="rId31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4.xml"/><Relationship Id="rId27" Type="http://schemas.openxmlformats.org/officeDocument/2006/relationships/slide" Target="slides/slide9.xml"/><Relationship Id="rId30" Type="http://schemas.openxmlformats.org/officeDocument/2006/relationships/slide" Target="slides/slide12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775106082036775E-2"/>
          <c:y val="9.6891400888171178E-2"/>
          <c:w val="0.92644978783592646"/>
          <c:h val="0.8352846184901090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AFC5E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3819136051675413"/>
                </c:manualLayout>
              </c:layout>
              <c:tx>
                <c:rich>
                  <a:bodyPr wrap="none"/>
                  <a:lstStyle/>
                  <a:p>
                    <a:pPr>
                      <a:defRPr sz="1200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2745</a:t>
                    </a:r>
                  </a:p>
                </c:rich>
              </c:tx>
              <c:numFmt formatCode="#,##0;&quot;-&quot;#,##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6A2E-48FE-A031-831915DD4A4F}"/>
                </c:ext>
              </c:extLst>
            </c:dLbl>
            <c:dLbl>
              <c:idx val="1"/>
              <c:layout>
                <c:manualLayout>
                  <c:x val="5.1861729978921608E-17"/>
                  <c:y val="-0.32821953508905999"/>
                </c:manualLayout>
              </c:layout>
              <c:tx>
                <c:rich>
                  <a:bodyPr wrap="none"/>
                  <a:lstStyle/>
                  <a:p>
                    <a:pPr>
                      <a:defRPr sz="1200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3524</a:t>
                    </a:r>
                  </a:p>
                </c:rich>
              </c:tx>
              <c:numFmt formatCode="#,##0;&quot;-&quot;#,##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6A2E-48FE-A031-831915DD4A4F}"/>
                </c:ext>
              </c:extLst>
            </c:dLbl>
            <c:dLbl>
              <c:idx val="2"/>
              <c:layout>
                <c:manualLayout>
                  <c:x val="5.7237300782946685E-2"/>
                  <c:y val="-0.46023421273946619"/>
                </c:manualLayout>
              </c:layout>
              <c:tx>
                <c:rich>
                  <a:bodyPr wrap="none"/>
                  <a:lstStyle/>
                  <a:p>
                    <a:pPr>
                      <a:defRPr sz="1200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3800</a:t>
                    </a:r>
                  </a:p>
                </c:rich>
              </c:tx>
              <c:numFmt formatCode="#,##0;&quot;-&quot;#,##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6A2E-48FE-A031-831915DD4A4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250</c:v>
                </c:pt>
                <c:pt idx="1">
                  <c:v>350</c:v>
                </c:pt>
                <c:pt idx="2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2E-48FE-A031-831915DD4A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6461807"/>
        <c:axId val="1"/>
      </c:barChart>
      <c:catAx>
        <c:axId val="1864618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64618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9175A4-50A1-4EBE-8C46-637B6FCB38F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A1BD23-8D5C-490B-8528-3948BF04153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SLB Integration and new expectations of PCT</a:t>
          </a:r>
        </a:p>
      </dgm:t>
    </dgm:pt>
    <dgm:pt modelId="{C2AA0D43-2DC8-4EF8-8342-167DF2E202B1}" type="parTrans" cxnId="{4B0C84BE-6C89-46B1-9979-1330ED825B31}">
      <dgm:prSet/>
      <dgm:spPr/>
      <dgm:t>
        <a:bodyPr/>
        <a:lstStyle/>
        <a:p>
          <a:endParaRPr lang="en-US"/>
        </a:p>
      </dgm:t>
    </dgm:pt>
    <dgm:pt modelId="{0CCCB73D-467A-482E-BC02-4F907BD458D6}" type="sibTrans" cxnId="{4B0C84BE-6C89-46B1-9979-1330ED825B31}">
      <dgm:prSet/>
      <dgm:spPr/>
      <dgm:t>
        <a:bodyPr/>
        <a:lstStyle/>
        <a:p>
          <a:endParaRPr lang="en-US"/>
        </a:p>
      </dgm:t>
    </dgm:pt>
    <dgm:pt modelId="{88FA6086-4C57-4E90-A603-6E080E922EA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Growth expectations and leadership in Production &amp; Recovery</a:t>
          </a:r>
        </a:p>
      </dgm:t>
    </dgm:pt>
    <dgm:pt modelId="{D3F08C62-6C2A-4AC9-9F81-E7A67F5CF7E8}" type="parTrans" cxnId="{7311FB46-8D98-4F74-97EE-DB9C4CEF97DC}">
      <dgm:prSet/>
      <dgm:spPr/>
      <dgm:t>
        <a:bodyPr/>
        <a:lstStyle/>
        <a:p>
          <a:endParaRPr lang="en-US"/>
        </a:p>
      </dgm:t>
    </dgm:pt>
    <dgm:pt modelId="{85382798-4025-44AD-9E7F-AAC7258BD46B}" type="sibTrans" cxnId="{7311FB46-8D98-4F74-97EE-DB9C4CEF97DC}">
      <dgm:prSet/>
      <dgm:spPr/>
      <dgm:t>
        <a:bodyPr/>
        <a:lstStyle/>
        <a:p>
          <a:endParaRPr lang="en-US"/>
        </a:p>
      </dgm:t>
    </dgm:pt>
    <dgm:pt modelId="{EB3D9D8D-B28B-4940-B7DD-C755B57E1CEC}">
      <dgm:prSet phldrT="[Text]" phldr="0"/>
      <dgm:spPr/>
      <dgm:t>
        <a:bodyPr/>
        <a:lstStyle/>
        <a:p>
          <a:r>
            <a:rPr lang="en-US" dirty="0"/>
            <a:t>Macro Forces Shaping the Industry</a:t>
          </a:r>
        </a:p>
      </dgm:t>
    </dgm:pt>
    <dgm:pt modelId="{66D8DBEC-591B-4949-803A-4F71465F36F3}" type="parTrans" cxnId="{8EE10B5B-828B-4CE9-BF37-CF04A2B8294F}">
      <dgm:prSet/>
      <dgm:spPr/>
      <dgm:t>
        <a:bodyPr/>
        <a:lstStyle/>
        <a:p>
          <a:endParaRPr lang="en-US"/>
        </a:p>
      </dgm:t>
    </dgm:pt>
    <dgm:pt modelId="{F4A2692B-10D2-46D1-8AB6-F0050D081BFE}" type="sibTrans" cxnId="{8EE10B5B-828B-4CE9-BF37-CF04A2B8294F}">
      <dgm:prSet/>
      <dgm:spPr/>
      <dgm:t>
        <a:bodyPr/>
        <a:lstStyle/>
        <a:p>
          <a:endParaRPr lang="en-US"/>
        </a:p>
      </dgm:t>
    </dgm:pt>
    <dgm:pt modelId="{9EB4E0F6-9672-4AB6-AB7F-B6086D1B1AE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Oversupply risk</a:t>
          </a:r>
          <a:endParaRPr lang="en-US" dirty="0"/>
        </a:p>
      </dgm:t>
    </dgm:pt>
    <dgm:pt modelId="{55FADC79-ADDE-4ED4-82BF-955D537E10F7}" type="parTrans" cxnId="{0389B7BE-5005-4FBD-9A0C-435AAD44D67C}">
      <dgm:prSet/>
      <dgm:spPr/>
      <dgm:t>
        <a:bodyPr/>
        <a:lstStyle/>
        <a:p>
          <a:endParaRPr lang="en-US"/>
        </a:p>
      </dgm:t>
    </dgm:pt>
    <dgm:pt modelId="{6AA4FA72-4E6B-4AED-86AC-C865822A2946}" type="sibTrans" cxnId="{0389B7BE-5005-4FBD-9A0C-435AAD44D67C}">
      <dgm:prSet/>
      <dgm:spPr/>
      <dgm:t>
        <a:bodyPr/>
        <a:lstStyle/>
        <a:p>
          <a:endParaRPr lang="en-US"/>
        </a:p>
      </dgm:t>
    </dgm:pt>
    <dgm:pt modelId="{AA73AFFE-761D-4FF5-873C-E49660DDAA13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Market Dynamics Impacting PCT</a:t>
          </a:r>
        </a:p>
      </dgm:t>
    </dgm:pt>
    <dgm:pt modelId="{436C47C3-5F05-4889-AAD7-249C86F7C7E6}" type="parTrans" cxnId="{B1DDF053-2F50-484F-A4E4-018095A78DF3}">
      <dgm:prSet/>
      <dgm:spPr/>
      <dgm:t>
        <a:bodyPr/>
        <a:lstStyle/>
        <a:p>
          <a:endParaRPr lang="en-US"/>
        </a:p>
      </dgm:t>
    </dgm:pt>
    <dgm:pt modelId="{2AEBC1F4-C635-448D-B4CA-0F5492847F8F}" type="sibTrans" cxnId="{B1DDF053-2F50-484F-A4E4-018095A78DF3}">
      <dgm:prSet/>
      <dgm:spPr/>
      <dgm:t>
        <a:bodyPr/>
        <a:lstStyle/>
        <a:p>
          <a:endParaRPr lang="en-US"/>
        </a:p>
      </dgm:t>
    </dgm:pt>
    <dgm:pt modelId="{B324C0B8-6973-49AE-A070-E0B24C24210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Pricing pressure from Customers</a:t>
          </a:r>
        </a:p>
      </dgm:t>
    </dgm:pt>
    <dgm:pt modelId="{C7105312-5BDB-4F66-8AA9-F1BD51403BE5}" type="parTrans" cxnId="{964BC557-DC98-48D1-8333-40DEC94016CF}">
      <dgm:prSet/>
      <dgm:spPr/>
      <dgm:t>
        <a:bodyPr/>
        <a:lstStyle/>
        <a:p>
          <a:endParaRPr lang="en-US"/>
        </a:p>
      </dgm:t>
    </dgm:pt>
    <dgm:pt modelId="{270DD93E-AC17-40E3-99ED-68D000DDCA49}" type="sibTrans" cxnId="{964BC557-DC98-48D1-8333-40DEC94016CF}">
      <dgm:prSet/>
      <dgm:spPr/>
      <dgm:t>
        <a:bodyPr/>
        <a:lstStyle/>
        <a:p>
          <a:endParaRPr lang="en-US"/>
        </a:p>
      </dgm:t>
    </dgm:pt>
    <dgm:pt modelId="{1BB84F62-67F9-4E81-AB94-0CD8737D591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Cost Leadership</a:t>
          </a:r>
        </a:p>
      </dgm:t>
    </dgm:pt>
    <dgm:pt modelId="{99DB4EAB-4E5D-44F1-913E-DDDC3560FA6A}" type="parTrans" cxnId="{A0E8E8E8-81E9-44E5-9D9E-0BABA414D0FE}">
      <dgm:prSet/>
      <dgm:spPr/>
      <dgm:t>
        <a:bodyPr/>
        <a:lstStyle/>
        <a:p>
          <a:endParaRPr lang="en-US"/>
        </a:p>
      </dgm:t>
    </dgm:pt>
    <dgm:pt modelId="{0EA827D0-A44D-43A1-98D6-4AD0BEFF33A7}" type="sibTrans" cxnId="{A0E8E8E8-81E9-44E5-9D9E-0BABA414D0FE}">
      <dgm:prSet/>
      <dgm:spPr/>
      <dgm:t>
        <a:bodyPr/>
        <a:lstStyle/>
        <a:p>
          <a:endParaRPr lang="en-US"/>
        </a:p>
      </dgm:t>
    </dgm:pt>
    <dgm:pt modelId="{9C1B9110-95B2-41E2-8A7E-D7DAF2C9D0A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Digital Production</a:t>
          </a:r>
        </a:p>
      </dgm:t>
    </dgm:pt>
    <dgm:pt modelId="{B9D53BCD-0EF1-488D-8E83-A8E14EFB01E1}" type="parTrans" cxnId="{B41A0814-90EA-447D-8686-9BE2D081BE45}">
      <dgm:prSet/>
      <dgm:spPr/>
      <dgm:t>
        <a:bodyPr/>
        <a:lstStyle/>
        <a:p>
          <a:endParaRPr lang="en-US"/>
        </a:p>
      </dgm:t>
    </dgm:pt>
    <dgm:pt modelId="{1516C2DB-90B1-4112-B91A-1C0E37B47310}" type="sibTrans" cxnId="{B41A0814-90EA-447D-8686-9BE2D081BE45}">
      <dgm:prSet/>
      <dgm:spPr/>
      <dgm:t>
        <a:bodyPr/>
        <a:lstStyle/>
        <a:p>
          <a:endParaRPr lang="en-US"/>
        </a:p>
      </dgm:t>
    </dgm:pt>
    <dgm:pt modelId="{B2DC8BA9-B0BC-432B-9753-27AACD2D316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Integrated Solutions Synergy through Differentiation</a:t>
          </a:r>
        </a:p>
      </dgm:t>
    </dgm:pt>
    <dgm:pt modelId="{BDFFCFEC-95B2-475D-842A-E8B2649F1AA2}" type="parTrans" cxnId="{8942CE43-9DF8-4F32-BCC2-B50FDD3BC2D4}">
      <dgm:prSet/>
      <dgm:spPr/>
      <dgm:t>
        <a:bodyPr/>
        <a:lstStyle/>
        <a:p>
          <a:endParaRPr lang="en-US"/>
        </a:p>
      </dgm:t>
    </dgm:pt>
    <dgm:pt modelId="{B94F02E1-EC86-49BF-96FE-DB6C65DE15D2}" type="sibTrans" cxnId="{8942CE43-9DF8-4F32-BCC2-B50FDD3BC2D4}">
      <dgm:prSet/>
      <dgm:spPr/>
      <dgm:t>
        <a:bodyPr/>
        <a:lstStyle/>
        <a:p>
          <a:endParaRPr lang="en-US"/>
        </a:p>
      </dgm:t>
    </dgm:pt>
    <dgm:pt modelId="{11926042-5AAE-4B63-9C2A-DBE964B954D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Basin x BL matrix –increased fragmentation</a:t>
          </a:r>
        </a:p>
      </dgm:t>
    </dgm:pt>
    <dgm:pt modelId="{2C71322C-6D09-46A2-8766-3E3EDA98D27D}" type="parTrans" cxnId="{1E256295-1ADB-46F5-A295-10019050DA3C}">
      <dgm:prSet/>
      <dgm:spPr/>
      <dgm:t>
        <a:bodyPr/>
        <a:lstStyle/>
        <a:p>
          <a:endParaRPr lang="en-US"/>
        </a:p>
      </dgm:t>
    </dgm:pt>
    <dgm:pt modelId="{27599A96-184C-4693-A124-C73C762B8D2A}" type="sibTrans" cxnId="{1E256295-1ADB-46F5-A295-10019050DA3C}">
      <dgm:prSet/>
      <dgm:spPr/>
      <dgm:t>
        <a:bodyPr/>
        <a:lstStyle/>
        <a:p>
          <a:endParaRPr lang="en-US"/>
        </a:p>
      </dgm:t>
    </dgm:pt>
    <dgm:pt modelId="{EB2733BF-2F49-4267-A494-E5B1DC261AC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/>
            <a:t>LNG/gas expansion</a:t>
          </a:r>
          <a:endParaRPr lang="en-US" b="0" dirty="0"/>
        </a:p>
      </dgm:t>
    </dgm:pt>
    <dgm:pt modelId="{EF9F4617-6B7D-4A07-8FB8-E14EDB8751E7}" type="parTrans" cxnId="{4E34690B-2388-4717-A2E8-ADE1FD80CE12}">
      <dgm:prSet/>
      <dgm:spPr/>
      <dgm:t>
        <a:bodyPr/>
        <a:lstStyle/>
        <a:p>
          <a:endParaRPr lang="en-US"/>
        </a:p>
      </dgm:t>
    </dgm:pt>
    <dgm:pt modelId="{482D2255-2D33-4299-A332-9FC3D18D134E}" type="sibTrans" cxnId="{4E34690B-2388-4717-A2E8-ADE1FD80CE12}">
      <dgm:prSet/>
      <dgm:spPr/>
      <dgm:t>
        <a:bodyPr/>
        <a:lstStyle/>
        <a:p>
          <a:endParaRPr lang="en-US"/>
        </a:p>
      </dgm:t>
    </dgm:pt>
    <dgm:pt modelId="{513DF8FF-EC44-44F6-B7C5-0E010AFDE6F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Energy transition pressure</a:t>
          </a:r>
        </a:p>
      </dgm:t>
    </dgm:pt>
    <dgm:pt modelId="{95BA0A1B-E9A1-48D0-8485-B1BC74A6D00E}" type="parTrans" cxnId="{EA9DA9AA-49BB-42C2-83C5-15E7513FA1FE}">
      <dgm:prSet/>
      <dgm:spPr/>
      <dgm:t>
        <a:bodyPr/>
        <a:lstStyle/>
        <a:p>
          <a:endParaRPr lang="en-US"/>
        </a:p>
      </dgm:t>
    </dgm:pt>
    <dgm:pt modelId="{4F848E42-B38C-4F21-98DD-39D4C045668E}" type="sibTrans" cxnId="{EA9DA9AA-49BB-42C2-83C5-15E7513FA1FE}">
      <dgm:prSet/>
      <dgm:spPr/>
      <dgm:t>
        <a:bodyPr/>
        <a:lstStyle/>
        <a:p>
          <a:endParaRPr lang="en-US"/>
        </a:p>
      </dgm:t>
    </dgm:pt>
    <dgm:pt modelId="{5CF3E26E-04AF-4E30-93D7-242D919C480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Maturing reservoirs</a:t>
          </a:r>
        </a:p>
      </dgm:t>
    </dgm:pt>
    <dgm:pt modelId="{67E7D7E1-3970-4DDD-8D81-6309B8D52F1C}" type="parTrans" cxnId="{28A1AC0E-790E-4DEF-BDDF-9E24C20948B9}">
      <dgm:prSet/>
      <dgm:spPr/>
      <dgm:t>
        <a:bodyPr/>
        <a:lstStyle/>
        <a:p>
          <a:endParaRPr lang="en-US"/>
        </a:p>
      </dgm:t>
    </dgm:pt>
    <dgm:pt modelId="{D0E295F9-D0F4-4825-B2FA-F2C5509B76A9}" type="sibTrans" cxnId="{28A1AC0E-790E-4DEF-BDDF-9E24C20948B9}">
      <dgm:prSet/>
      <dgm:spPr/>
      <dgm:t>
        <a:bodyPr/>
        <a:lstStyle/>
        <a:p>
          <a:endParaRPr lang="en-US"/>
        </a:p>
      </dgm:t>
    </dgm:pt>
    <dgm:pt modelId="{ABC899CF-7AE9-4C35-B0E6-DC87EA1C2DB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Digital &amp; AI adoption</a:t>
          </a:r>
        </a:p>
      </dgm:t>
    </dgm:pt>
    <dgm:pt modelId="{377227F2-1FBF-404A-9A34-3E5634D0BE4A}" type="parTrans" cxnId="{25DF05C7-0C6C-4792-BA0D-FA5E2ED86C2D}">
      <dgm:prSet/>
      <dgm:spPr/>
      <dgm:t>
        <a:bodyPr/>
        <a:lstStyle/>
        <a:p>
          <a:endParaRPr lang="en-US"/>
        </a:p>
      </dgm:t>
    </dgm:pt>
    <dgm:pt modelId="{77330379-B76F-4D34-898B-DADCA7B88C94}" type="sibTrans" cxnId="{25DF05C7-0C6C-4792-BA0D-FA5E2ED86C2D}">
      <dgm:prSet/>
      <dgm:spPr/>
      <dgm:t>
        <a:bodyPr/>
        <a:lstStyle/>
        <a:p>
          <a:endParaRPr lang="en-US"/>
        </a:p>
      </dgm:t>
    </dgm:pt>
    <dgm:pt modelId="{6A24F7BF-3C3F-488B-B704-B258BD677B7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Geopolitics</a:t>
          </a:r>
        </a:p>
      </dgm:t>
    </dgm:pt>
    <dgm:pt modelId="{F5810327-5489-4B7E-BF46-1140F5E0519A}" type="parTrans" cxnId="{2619A3F4-5598-4505-B3B0-DC194C9A3C5C}">
      <dgm:prSet/>
      <dgm:spPr/>
      <dgm:t>
        <a:bodyPr/>
        <a:lstStyle/>
        <a:p>
          <a:endParaRPr lang="en-US"/>
        </a:p>
      </dgm:t>
    </dgm:pt>
    <dgm:pt modelId="{6F8EBD9E-6245-4B1E-BC2B-0EBE9621F0B9}" type="sibTrans" cxnId="{2619A3F4-5598-4505-B3B0-DC194C9A3C5C}">
      <dgm:prSet/>
      <dgm:spPr/>
      <dgm:t>
        <a:bodyPr/>
        <a:lstStyle/>
        <a:p>
          <a:endParaRPr lang="en-US"/>
        </a:p>
      </dgm:t>
    </dgm:pt>
    <dgm:pt modelId="{F95EEF2D-C6E2-42FF-A330-FCEC615AC2C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Customer willingness to take risk</a:t>
          </a:r>
        </a:p>
      </dgm:t>
    </dgm:pt>
    <dgm:pt modelId="{D1AD2738-0A1A-41F7-99A8-C1D343BFFC28}" type="parTrans" cxnId="{24F57D09-6DA5-48DC-B863-A36A13D0DCE6}">
      <dgm:prSet/>
      <dgm:spPr/>
      <dgm:t>
        <a:bodyPr/>
        <a:lstStyle/>
        <a:p>
          <a:endParaRPr lang="en-US"/>
        </a:p>
      </dgm:t>
    </dgm:pt>
    <dgm:pt modelId="{19FAEF94-E200-42A4-9BA3-881226889088}" type="sibTrans" cxnId="{24F57D09-6DA5-48DC-B863-A36A13D0DCE6}">
      <dgm:prSet/>
      <dgm:spPr/>
      <dgm:t>
        <a:bodyPr/>
        <a:lstStyle/>
        <a:p>
          <a:endParaRPr lang="en-US"/>
        </a:p>
      </dgm:t>
    </dgm:pt>
    <dgm:pt modelId="{A9CC4A00-7A9B-4091-B772-84AFB6452D9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Customer consolidation</a:t>
          </a:r>
        </a:p>
      </dgm:t>
    </dgm:pt>
    <dgm:pt modelId="{ACA58D40-C8E5-495D-90C0-318164A06F40}" type="parTrans" cxnId="{A983EDC6-53D1-4CC5-B3F3-7CC0AD104A47}">
      <dgm:prSet/>
      <dgm:spPr/>
      <dgm:t>
        <a:bodyPr/>
        <a:lstStyle/>
        <a:p>
          <a:endParaRPr lang="en-US"/>
        </a:p>
      </dgm:t>
    </dgm:pt>
    <dgm:pt modelId="{DD776B2B-382D-42E6-8EF8-BB253DB3C457}" type="sibTrans" cxnId="{A983EDC6-53D1-4CC5-B3F3-7CC0AD104A47}">
      <dgm:prSet/>
      <dgm:spPr/>
      <dgm:t>
        <a:bodyPr/>
        <a:lstStyle/>
        <a:p>
          <a:endParaRPr lang="en-US"/>
        </a:p>
      </dgm:t>
    </dgm:pt>
    <dgm:pt modelId="{A4C736F4-22BC-4285-8F28-E1550FB0A81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Aggressive competitive environment</a:t>
          </a:r>
          <a:endParaRPr lang="en-US" dirty="0"/>
        </a:p>
      </dgm:t>
    </dgm:pt>
    <dgm:pt modelId="{776389C8-6056-44F5-BCD0-105D64947F15}" type="parTrans" cxnId="{033F828E-B5B0-4A37-B54D-8AA47F1107AC}">
      <dgm:prSet/>
      <dgm:spPr/>
      <dgm:t>
        <a:bodyPr/>
        <a:lstStyle/>
        <a:p>
          <a:endParaRPr lang="en-US"/>
        </a:p>
      </dgm:t>
    </dgm:pt>
    <dgm:pt modelId="{AC69A2D6-8C53-42E4-8BD5-0D6E2ACCBD05}" type="sibTrans" cxnId="{033F828E-B5B0-4A37-B54D-8AA47F1107AC}">
      <dgm:prSet/>
      <dgm:spPr/>
      <dgm:t>
        <a:bodyPr/>
        <a:lstStyle/>
        <a:p>
          <a:endParaRPr lang="en-US"/>
        </a:p>
      </dgm:t>
    </dgm:pt>
    <dgm:pt modelId="{8C1D9B5B-8D4C-4064-A8B3-184DCC18306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T1 – Low price</a:t>
          </a:r>
        </a:p>
      </dgm:t>
    </dgm:pt>
    <dgm:pt modelId="{547706C3-CEAD-48E8-8ADD-DA14E8D99256}" type="parTrans" cxnId="{95FC786B-6168-47F8-80B4-4852C031AAD5}">
      <dgm:prSet/>
      <dgm:spPr/>
      <dgm:t>
        <a:bodyPr/>
        <a:lstStyle/>
        <a:p>
          <a:endParaRPr lang="en-US"/>
        </a:p>
      </dgm:t>
    </dgm:pt>
    <dgm:pt modelId="{50D78A18-44FB-42AB-A130-8E5A670CFE56}" type="sibTrans" cxnId="{95FC786B-6168-47F8-80B4-4852C031AAD5}">
      <dgm:prSet/>
      <dgm:spPr/>
      <dgm:t>
        <a:bodyPr/>
        <a:lstStyle/>
        <a:p>
          <a:endParaRPr lang="en-US"/>
        </a:p>
      </dgm:t>
    </dgm:pt>
    <dgm:pt modelId="{5E1FE58D-8778-4B14-A8A5-11E6EFEC663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T2/3 – Speed, agility, price</a:t>
          </a:r>
        </a:p>
      </dgm:t>
    </dgm:pt>
    <dgm:pt modelId="{73ADBCC8-9BA1-4899-968F-4640F6E5C59E}" type="parTrans" cxnId="{54A6BBEE-525A-4AB4-B248-440CA5578941}">
      <dgm:prSet/>
      <dgm:spPr/>
      <dgm:t>
        <a:bodyPr/>
        <a:lstStyle/>
        <a:p>
          <a:endParaRPr lang="en-US"/>
        </a:p>
      </dgm:t>
    </dgm:pt>
    <dgm:pt modelId="{DA300760-85A8-4D72-91F6-B0314A62BC57}" type="sibTrans" cxnId="{54A6BBEE-525A-4AB4-B248-440CA5578941}">
      <dgm:prSet/>
      <dgm:spPr/>
      <dgm:t>
        <a:bodyPr/>
        <a:lstStyle/>
        <a:p>
          <a:endParaRPr lang="en-US"/>
        </a:p>
      </dgm:t>
    </dgm:pt>
    <dgm:pt modelId="{C6CD02D3-E330-4FD8-8937-A74BFA0CAC2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Less oil, more gas, more water – different mix</a:t>
          </a:r>
        </a:p>
      </dgm:t>
    </dgm:pt>
    <dgm:pt modelId="{9426B920-07BE-465B-8CD0-E40951B702B3}" type="parTrans" cxnId="{52D036BD-E179-49E6-AA23-F34D46EC2A90}">
      <dgm:prSet/>
      <dgm:spPr/>
      <dgm:t>
        <a:bodyPr/>
        <a:lstStyle/>
        <a:p>
          <a:endParaRPr lang="en-US"/>
        </a:p>
      </dgm:t>
    </dgm:pt>
    <dgm:pt modelId="{EE12A3EB-2165-4F60-8669-A33769C12B4D}" type="sibTrans" cxnId="{52D036BD-E179-49E6-AA23-F34D46EC2A90}">
      <dgm:prSet/>
      <dgm:spPr/>
      <dgm:t>
        <a:bodyPr/>
        <a:lstStyle/>
        <a:p>
          <a:endParaRPr lang="en-US"/>
        </a:p>
      </dgm:t>
    </dgm:pt>
    <dgm:pt modelId="{23C97663-60C6-42DD-9A0B-232850BF297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Decarbonization</a:t>
          </a:r>
        </a:p>
      </dgm:t>
    </dgm:pt>
    <dgm:pt modelId="{C6C2D008-1CAA-4D67-8940-F7D2886683BF}" type="parTrans" cxnId="{68342183-EFEC-4B87-9B15-C6383CC12B48}">
      <dgm:prSet/>
      <dgm:spPr/>
      <dgm:t>
        <a:bodyPr/>
        <a:lstStyle/>
        <a:p>
          <a:endParaRPr lang="en-US"/>
        </a:p>
      </dgm:t>
    </dgm:pt>
    <dgm:pt modelId="{68D69DE1-3D69-4195-B167-CEF6BD15B6EC}" type="sibTrans" cxnId="{68342183-EFEC-4B87-9B15-C6383CC12B48}">
      <dgm:prSet/>
      <dgm:spPr/>
      <dgm:t>
        <a:bodyPr/>
        <a:lstStyle/>
        <a:p>
          <a:endParaRPr lang="en-US"/>
        </a:p>
      </dgm:t>
    </dgm:pt>
    <dgm:pt modelId="{58174B99-CE10-4B24-A8FF-8FC8E9C2317C}" type="pres">
      <dgm:prSet presAssocID="{2E9175A4-50A1-4EBE-8C46-637B6FCB38F4}" presName="Name0" presStyleCnt="0">
        <dgm:presLayoutVars>
          <dgm:dir/>
          <dgm:animLvl val="lvl"/>
          <dgm:resizeHandles val="exact"/>
        </dgm:presLayoutVars>
      </dgm:prSet>
      <dgm:spPr/>
    </dgm:pt>
    <dgm:pt modelId="{0E9B2C02-8628-4B02-838E-35255086BA03}" type="pres">
      <dgm:prSet presAssocID="{62A1BD23-8D5C-490B-8528-3948BF04153A}" presName="composite" presStyleCnt="0"/>
      <dgm:spPr/>
    </dgm:pt>
    <dgm:pt modelId="{1032F6DE-08A5-44CD-B9A6-C71A069ABADC}" type="pres">
      <dgm:prSet presAssocID="{62A1BD23-8D5C-490B-8528-3948BF04153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72D73CA-FD1B-48C3-A6E6-3550E589E270}" type="pres">
      <dgm:prSet presAssocID="{62A1BD23-8D5C-490B-8528-3948BF04153A}" presName="desTx" presStyleLbl="alignAccFollowNode1" presStyleIdx="0" presStyleCnt="3">
        <dgm:presLayoutVars>
          <dgm:bulletEnabled val="1"/>
        </dgm:presLayoutVars>
      </dgm:prSet>
      <dgm:spPr/>
    </dgm:pt>
    <dgm:pt modelId="{4BCB8EFF-3C2E-47BB-A3D6-AA8343C5FC23}" type="pres">
      <dgm:prSet presAssocID="{0CCCB73D-467A-482E-BC02-4F907BD458D6}" presName="space" presStyleCnt="0"/>
      <dgm:spPr/>
    </dgm:pt>
    <dgm:pt modelId="{16BC8CB6-DF9B-446A-9C8D-5E606D22B956}" type="pres">
      <dgm:prSet presAssocID="{EB3D9D8D-B28B-4940-B7DD-C755B57E1CEC}" presName="composite" presStyleCnt="0"/>
      <dgm:spPr/>
    </dgm:pt>
    <dgm:pt modelId="{E9C46D4D-75A6-418C-8C3E-0E1D10EAB29F}" type="pres">
      <dgm:prSet presAssocID="{EB3D9D8D-B28B-4940-B7DD-C755B57E1CE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F11FA91-EA15-4699-BCE3-FA595EE1BA20}" type="pres">
      <dgm:prSet presAssocID="{EB3D9D8D-B28B-4940-B7DD-C755B57E1CEC}" presName="desTx" presStyleLbl="alignAccFollowNode1" presStyleIdx="1" presStyleCnt="3">
        <dgm:presLayoutVars>
          <dgm:bulletEnabled val="1"/>
        </dgm:presLayoutVars>
      </dgm:prSet>
      <dgm:spPr/>
    </dgm:pt>
    <dgm:pt modelId="{CD34C965-991B-4715-88C9-19CF90CAAD49}" type="pres">
      <dgm:prSet presAssocID="{F4A2692B-10D2-46D1-8AB6-F0050D081BFE}" presName="space" presStyleCnt="0"/>
      <dgm:spPr/>
    </dgm:pt>
    <dgm:pt modelId="{666508DF-563F-4B5E-B42D-132EBE9475D2}" type="pres">
      <dgm:prSet presAssocID="{AA73AFFE-761D-4FF5-873C-E49660DDAA13}" presName="composite" presStyleCnt="0"/>
      <dgm:spPr/>
    </dgm:pt>
    <dgm:pt modelId="{6DA8D373-A26D-48F5-BC7C-DD58DAADA983}" type="pres">
      <dgm:prSet presAssocID="{AA73AFFE-761D-4FF5-873C-E49660DDAA1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230B789-1838-4D74-91C3-232B18B96878}" type="pres">
      <dgm:prSet presAssocID="{AA73AFFE-761D-4FF5-873C-E49660DDAA1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4F57D09-6DA5-48DC-B863-A36A13D0DCE6}" srcId="{AA73AFFE-761D-4FF5-873C-E49660DDAA13}" destId="{F95EEF2D-C6E2-42FF-A330-FCEC615AC2CF}" srcOrd="1" destOrd="0" parTransId="{D1AD2738-0A1A-41F7-99A8-C1D343BFFC28}" sibTransId="{19FAEF94-E200-42A4-9BA3-881226889088}"/>
    <dgm:cxn modelId="{4E34690B-2388-4717-A2E8-ADE1FD80CE12}" srcId="{EB3D9D8D-B28B-4940-B7DD-C755B57E1CEC}" destId="{EB2733BF-2F49-4267-A494-E5B1DC261AC8}" srcOrd="1" destOrd="0" parTransId="{EF9F4617-6B7D-4A07-8FB8-E14EDB8751E7}" sibTransId="{482D2255-2D33-4299-A332-9FC3D18D134E}"/>
    <dgm:cxn modelId="{28A1AC0E-790E-4DEF-BDDF-9E24C20948B9}" srcId="{EB3D9D8D-B28B-4940-B7DD-C755B57E1CEC}" destId="{5CF3E26E-04AF-4E30-93D7-242D919C480E}" srcOrd="3" destOrd="0" parTransId="{67E7D7E1-3970-4DDD-8D81-6309B8D52F1C}" sibTransId="{D0E295F9-D0F4-4825-B2FA-F2C5509B76A9}"/>
    <dgm:cxn modelId="{B41A0814-90EA-447D-8686-9BE2D081BE45}" srcId="{62A1BD23-8D5C-490B-8528-3948BF04153A}" destId="{9C1B9110-95B2-41E2-8A7E-D7DAF2C9D0AE}" srcOrd="2" destOrd="0" parTransId="{B9D53BCD-0EF1-488D-8E83-A8E14EFB01E1}" sibTransId="{1516C2DB-90B1-4112-B91A-1C0E37B47310}"/>
    <dgm:cxn modelId="{C8725114-1EE6-442F-BDD5-CEF76B857256}" type="presOf" srcId="{F95EEF2D-C6E2-42FF-A330-FCEC615AC2CF}" destId="{6230B789-1838-4D74-91C3-232B18B96878}" srcOrd="0" destOrd="1" presId="urn:microsoft.com/office/officeart/2005/8/layout/hList1"/>
    <dgm:cxn modelId="{4C70C71A-8009-40CA-8F03-0B09B9394B9D}" type="presOf" srcId="{9C1B9110-95B2-41E2-8A7E-D7DAF2C9D0AE}" destId="{872D73CA-FD1B-48C3-A6E6-3550E589E270}" srcOrd="0" destOrd="2" presId="urn:microsoft.com/office/officeart/2005/8/layout/hList1"/>
    <dgm:cxn modelId="{B72A5D25-5DDB-465E-86C3-31A0DE2F6274}" type="presOf" srcId="{62A1BD23-8D5C-490B-8528-3948BF04153A}" destId="{1032F6DE-08A5-44CD-B9A6-C71A069ABADC}" srcOrd="0" destOrd="0" presId="urn:microsoft.com/office/officeart/2005/8/layout/hList1"/>
    <dgm:cxn modelId="{7B080740-8F23-41C3-B93D-9C9CB0E7B4B9}" type="presOf" srcId="{9EB4E0F6-9672-4AB6-AB7F-B6086D1B1AE7}" destId="{5F11FA91-EA15-4699-BCE3-FA595EE1BA20}" srcOrd="0" destOrd="0" presId="urn:microsoft.com/office/officeart/2005/8/layout/hList1"/>
    <dgm:cxn modelId="{09036F40-A945-496B-8F51-A2B398FCA669}" type="presOf" srcId="{11926042-5AAE-4B63-9C2A-DBE964B954D8}" destId="{872D73CA-FD1B-48C3-A6E6-3550E589E270}" srcOrd="0" destOrd="4" presId="urn:microsoft.com/office/officeart/2005/8/layout/hList1"/>
    <dgm:cxn modelId="{8EE10B5B-828B-4CE9-BF37-CF04A2B8294F}" srcId="{2E9175A4-50A1-4EBE-8C46-637B6FCB38F4}" destId="{EB3D9D8D-B28B-4940-B7DD-C755B57E1CEC}" srcOrd="1" destOrd="0" parTransId="{66D8DBEC-591B-4949-803A-4F71465F36F3}" sibTransId="{F4A2692B-10D2-46D1-8AB6-F0050D081BFE}"/>
    <dgm:cxn modelId="{8942CE43-9DF8-4F32-BCC2-B50FDD3BC2D4}" srcId="{62A1BD23-8D5C-490B-8528-3948BF04153A}" destId="{B2DC8BA9-B0BC-432B-9753-27AACD2D3160}" srcOrd="3" destOrd="0" parTransId="{BDFFCFEC-95B2-475D-842A-E8B2649F1AA2}" sibTransId="{B94F02E1-EC86-49BF-96FE-DB6C65DE15D2}"/>
    <dgm:cxn modelId="{D2A00064-F89D-407E-92D5-A70378E3E724}" type="presOf" srcId="{5E1FE58D-8778-4B14-A8A5-11E6EFEC6638}" destId="{6230B789-1838-4D74-91C3-232B18B96878}" srcOrd="0" destOrd="5" presId="urn:microsoft.com/office/officeart/2005/8/layout/hList1"/>
    <dgm:cxn modelId="{7311FB46-8D98-4F74-97EE-DB9C4CEF97DC}" srcId="{62A1BD23-8D5C-490B-8528-3948BF04153A}" destId="{88FA6086-4C57-4E90-A603-6E080E922EAF}" srcOrd="0" destOrd="0" parTransId="{D3F08C62-6C2A-4AC9-9F81-E7A67F5CF7E8}" sibTransId="{85382798-4025-44AD-9E7F-AAC7258BD46B}"/>
    <dgm:cxn modelId="{BC829F68-011E-4619-BCE5-F41CE4891786}" type="presOf" srcId="{8C1D9B5B-8D4C-4064-A8B3-184DCC18306B}" destId="{6230B789-1838-4D74-91C3-232B18B96878}" srcOrd="0" destOrd="4" presId="urn:microsoft.com/office/officeart/2005/8/layout/hList1"/>
    <dgm:cxn modelId="{DEE4E248-0A3D-4F04-A492-F77EBED34B49}" type="presOf" srcId="{6A24F7BF-3C3F-488B-B704-B258BD677B7A}" destId="{5F11FA91-EA15-4699-BCE3-FA595EE1BA20}" srcOrd="0" destOrd="5" presId="urn:microsoft.com/office/officeart/2005/8/layout/hList1"/>
    <dgm:cxn modelId="{95FC786B-6168-47F8-80B4-4852C031AAD5}" srcId="{A4C736F4-22BC-4285-8F28-E1550FB0A812}" destId="{8C1D9B5B-8D4C-4064-A8B3-184DCC18306B}" srcOrd="0" destOrd="0" parTransId="{547706C3-CEAD-48E8-8ADD-DA14E8D99256}" sibTransId="{50D78A18-44FB-42AB-A130-8E5A670CFE56}"/>
    <dgm:cxn modelId="{10AE2D71-D689-4CF4-A5D9-FA3684B35220}" type="presOf" srcId="{AA73AFFE-761D-4FF5-873C-E49660DDAA13}" destId="{6DA8D373-A26D-48F5-BC7C-DD58DAADA983}" srcOrd="0" destOrd="0" presId="urn:microsoft.com/office/officeart/2005/8/layout/hList1"/>
    <dgm:cxn modelId="{B1DDF053-2F50-484F-A4E4-018095A78DF3}" srcId="{2E9175A4-50A1-4EBE-8C46-637B6FCB38F4}" destId="{AA73AFFE-761D-4FF5-873C-E49660DDAA13}" srcOrd="2" destOrd="0" parTransId="{436C47C3-5F05-4889-AAD7-249C86F7C7E6}" sibTransId="{2AEBC1F4-C635-448D-B4CA-0F5492847F8F}"/>
    <dgm:cxn modelId="{964BC557-DC98-48D1-8333-40DEC94016CF}" srcId="{AA73AFFE-761D-4FF5-873C-E49660DDAA13}" destId="{B324C0B8-6973-49AE-A070-E0B24C24210D}" srcOrd="0" destOrd="0" parTransId="{C7105312-5BDB-4F66-8AA9-F1BD51403BE5}" sibTransId="{270DD93E-AC17-40E3-99ED-68D000DDCA49}"/>
    <dgm:cxn modelId="{68342183-EFEC-4B87-9B15-C6383CC12B48}" srcId="{AA73AFFE-761D-4FF5-873C-E49660DDAA13}" destId="{23C97663-60C6-42DD-9A0B-232850BF2972}" srcOrd="5" destOrd="0" parTransId="{C6C2D008-1CAA-4D67-8940-F7D2886683BF}" sibTransId="{68D69DE1-3D69-4195-B167-CEF6BD15B6EC}"/>
    <dgm:cxn modelId="{C0E6BB86-977C-4276-A12B-578C561ADDBD}" type="presOf" srcId="{513DF8FF-EC44-44F6-B7C5-0E010AFDE6F8}" destId="{5F11FA91-EA15-4699-BCE3-FA595EE1BA20}" srcOrd="0" destOrd="2" presId="urn:microsoft.com/office/officeart/2005/8/layout/hList1"/>
    <dgm:cxn modelId="{033F828E-B5B0-4A37-B54D-8AA47F1107AC}" srcId="{AA73AFFE-761D-4FF5-873C-E49660DDAA13}" destId="{A4C736F4-22BC-4285-8F28-E1550FB0A812}" srcOrd="3" destOrd="0" parTransId="{776389C8-6056-44F5-BCD0-105D64947F15}" sibTransId="{AC69A2D6-8C53-42E4-8BD5-0D6E2ACCBD05}"/>
    <dgm:cxn modelId="{4A253D90-BD8A-49DE-ABA3-C19422EBA9FB}" type="presOf" srcId="{C6CD02D3-E330-4FD8-8937-A74BFA0CAC20}" destId="{6230B789-1838-4D74-91C3-232B18B96878}" srcOrd="0" destOrd="6" presId="urn:microsoft.com/office/officeart/2005/8/layout/hList1"/>
    <dgm:cxn modelId="{1E256295-1ADB-46F5-A295-10019050DA3C}" srcId="{62A1BD23-8D5C-490B-8528-3948BF04153A}" destId="{11926042-5AAE-4B63-9C2A-DBE964B954D8}" srcOrd="4" destOrd="0" parTransId="{2C71322C-6D09-46A2-8766-3E3EDA98D27D}" sibTransId="{27599A96-184C-4693-A124-C73C762B8D2A}"/>
    <dgm:cxn modelId="{9ED745A3-949F-45BD-A3E6-422EA2DA4E77}" type="presOf" srcId="{5CF3E26E-04AF-4E30-93D7-242D919C480E}" destId="{5F11FA91-EA15-4699-BCE3-FA595EE1BA20}" srcOrd="0" destOrd="3" presId="urn:microsoft.com/office/officeart/2005/8/layout/hList1"/>
    <dgm:cxn modelId="{128466A4-E12B-4643-952C-7A2077E78BF5}" type="presOf" srcId="{B2DC8BA9-B0BC-432B-9753-27AACD2D3160}" destId="{872D73CA-FD1B-48C3-A6E6-3550E589E270}" srcOrd="0" destOrd="3" presId="urn:microsoft.com/office/officeart/2005/8/layout/hList1"/>
    <dgm:cxn modelId="{EA9DA9AA-49BB-42C2-83C5-15E7513FA1FE}" srcId="{EB3D9D8D-B28B-4940-B7DD-C755B57E1CEC}" destId="{513DF8FF-EC44-44F6-B7C5-0E010AFDE6F8}" srcOrd="2" destOrd="0" parTransId="{95BA0A1B-E9A1-48D0-8485-B1BC74A6D00E}" sibTransId="{4F848E42-B38C-4F21-98DD-39D4C045668E}"/>
    <dgm:cxn modelId="{675B6BAB-C44E-4243-B952-D463BF2B97AD}" type="presOf" srcId="{EB2733BF-2F49-4267-A494-E5B1DC261AC8}" destId="{5F11FA91-EA15-4699-BCE3-FA595EE1BA20}" srcOrd="0" destOrd="1" presId="urn:microsoft.com/office/officeart/2005/8/layout/hList1"/>
    <dgm:cxn modelId="{E96BC7B7-1A5F-4551-9014-4A45D88D0260}" type="presOf" srcId="{EB3D9D8D-B28B-4940-B7DD-C755B57E1CEC}" destId="{E9C46D4D-75A6-418C-8C3E-0E1D10EAB29F}" srcOrd="0" destOrd="0" presId="urn:microsoft.com/office/officeart/2005/8/layout/hList1"/>
    <dgm:cxn modelId="{52D036BD-E179-49E6-AA23-F34D46EC2A90}" srcId="{AA73AFFE-761D-4FF5-873C-E49660DDAA13}" destId="{C6CD02D3-E330-4FD8-8937-A74BFA0CAC20}" srcOrd="4" destOrd="0" parTransId="{9426B920-07BE-465B-8CD0-E40951B702B3}" sibTransId="{EE12A3EB-2165-4F60-8669-A33769C12B4D}"/>
    <dgm:cxn modelId="{4B0C84BE-6C89-46B1-9979-1330ED825B31}" srcId="{2E9175A4-50A1-4EBE-8C46-637B6FCB38F4}" destId="{62A1BD23-8D5C-490B-8528-3948BF04153A}" srcOrd="0" destOrd="0" parTransId="{C2AA0D43-2DC8-4EF8-8342-167DF2E202B1}" sibTransId="{0CCCB73D-467A-482E-BC02-4F907BD458D6}"/>
    <dgm:cxn modelId="{0389B7BE-5005-4FBD-9A0C-435AAD44D67C}" srcId="{EB3D9D8D-B28B-4940-B7DD-C755B57E1CEC}" destId="{9EB4E0F6-9672-4AB6-AB7F-B6086D1B1AE7}" srcOrd="0" destOrd="0" parTransId="{55FADC79-ADDE-4ED4-82BF-955D537E10F7}" sibTransId="{6AA4FA72-4E6B-4AED-86AC-C865822A2946}"/>
    <dgm:cxn modelId="{80C427C4-ADC7-4264-BB9E-22E420556BC2}" type="presOf" srcId="{B324C0B8-6973-49AE-A070-E0B24C24210D}" destId="{6230B789-1838-4D74-91C3-232B18B96878}" srcOrd="0" destOrd="0" presId="urn:microsoft.com/office/officeart/2005/8/layout/hList1"/>
    <dgm:cxn modelId="{A983EDC6-53D1-4CC5-B3F3-7CC0AD104A47}" srcId="{AA73AFFE-761D-4FF5-873C-E49660DDAA13}" destId="{A9CC4A00-7A9B-4091-B772-84AFB6452D9A}" srcOrd="2" destOrd="0" parTransId="{ACA58D40-C8E5-495D-90C0-318164A06F40}" sibTransId="{DD776B2B-382D-42E6-8EF8-BB253DB3C457}"/>
    <dgm:cxn modelId="{25DF05C7-0C6C-4792-BA0D-FA5E2ED86C2D}" srcId="{EB3D9D8D-B28B-4940-B7DD-C755B57E1CEC}" destId="{ABC899CF-7AE9-4C35-B0E6-DC87EA1C2DBD}" srcOrd="4" destOrd="0" parTransId="{377227F2-1FBF-404A-9A34-3E5634D0BE4A}" sibTransId="{77330379-B76F-4D34-898B-DADCA7B88C94}"/>
    <dgm:cxn modelId="{D812FDCD-8699-4060-BA21-1ED92932D2BA}" type="presOf" srcId="{1BB84F62-67F9-4E81-AB94-0CD8737D5913}" destId="{872D73CA-FD1B-48C3-A6E6-3550E589E270}" srcOrd="0" destOrd="1" presId="urn:microsoft.com/office/officeart/2005/8/layout/hList1"/>
    <dgm:cxn modelId="{E168A0D9-3B13-4A95-BDBB-3F6BAEB9D79B}" type="presOf" srcId="{88FA6086-4C57-4E90-A603-6E080E922EAF}" destId="{872D73CA-FD1B-48C3-A6E6-3550E589E270}" srcOrd="0" destOrd="0" presId="urn:microsoft.com/office/officeart/2005/8/layout/hList1"/>
    <dgm:cxn modelId="{35466DDF-D5BB-48A8-8AFD-0BE4A2D15013}" type="presOf" srcId="{2E9175A4-50A1-4EBE-8C46-637B6FCB38F4}" destId="{58174B99-CE10-4B24-A8FF-8FC8E9C2317C}" srcOrd="0" destOrd="0" presId="urn:microsoft.com/office/officeart/2005/8/layout/hList1"/>
    <dgm:cxn modelId="{8AB648E3-5AF6-49E4-94EC-128ED47AC9AB}" type="presOf" srcId="{A9CC4A00-7A9B-4091-B772-84AFB6452D9A}" destId="{6230B789-1838-4D74-91C3-232B18B96878}" srcOrd="0" destOrd="2" presId="urn:microsoft.com/office/officeart/2005/8/layout/hList1"/>
    <dgm:cxn modelId="{A0E8E8E8-81E9-44E5-9D9E-0BABA414D0FE}" srcId="{62A1BD23-8D5C-490B-8528-3948BF04153A}" destId="{1BB84F62-67F9-4E81-AB94-0CD8737D5913}" srcOrd="1" destOrd="0" parTransId="{99DB4EAB-4E5D-44F1-913E-DDDC3560FA6A}" sibTransId="{0EA827D0-A44D-43A1-98D6-4AD0BEFF33A7}"/>
    <dgm:cxn modelId="{8E7D6DE9-7A31-419A-9E91-3688879FA8B7}" type="presOf" srcId="{A4C736F4-22BC-4285-8F28-E1550FB0A812}" destId="{6230B789-1838-4D74-91C3-232B18B96878}" srcOrd="0" destOrd="3" presId="urn:microsoft.com/office/officeart/2005/8/layout/hList1"/>
    <dgm:cxn modelId="{111E2AED-B2D5-40C0-93DA-6861667EE07F}" type="presOf" srcId="{ABC899CF-7AE9-4C35-B0E6-DC87EA1C2DBD}" destId="{5F11FA91-EA15-4699-BCE3-FA595EE1BA20}" srcOrd="0" destOrd="4" presId="urn:microsoft.com/office/officeart/2005/8/layout/hList1"/>
    <dgm:cxn modelId="{54A6BBEE-525A-4AB4-B248-440CA5578941}" srcId="{A4C736F4-22BC-4285-8F28-E1550FB0A812}" destId="{5E1FE58D-8778-4B14-A8A5-11E6EFEC6638}" srcOrd="1" destOrd="0" parTransId="{73ADBCC8-9BA1-4899-968F-4640F6E5C59E}" sibTransId="{DA300760-85A8-4D72-91F6-B0314A62BC57}"/>
    <dgm:cxn modelId="{872776F0-A9F3-4E98-B1DF-771C3578A667}" type="presOf" srcId="{23C97663-60C6-42DD-9A0B-232850BF2972}" destId="{6230B789-1838-4D74-91C3-232B18B96878}" srcOrd="0" destOrd="7" presId="urn:microsoft.com/office/officeart/2005/8/layout/hList1"/>
    <dgm:cxn modelId="{2619A3F4-5598-4505-B3B0-DC194C9A3C5C}" srcId="{EB3D9D8D-B28B-4940-B7DD-C755B57E1CEC}" destId="{6A24F7BF-3C3F-488B-B704-B258BD677B7A}" srcOrd="5" destOrd="0" parTransId="{F5810327-5489-4B7E-BF46-1140F5E0519A}" sibTransId="{6F8EBD9E-6245-4B1E-BC2B-0EBE9621F0B9}"/>
    <dgm:cxn modelId="{2EDE2F63-3DBC-4040-8445-8D02D204140D}" type="presParOf" srcId="{58174B99-CE10-4B24-A8FF-8FC8E9C2317C}" destId="{0E9B2C02-8628-4B02-838E-35255086BA03}" srcOrd="0" destOrd="0" presId="urn:microsoft.com/office/officeart/2005/8/layout/hList1"/>
    <dgm:cxn modelId="{F95848A4-84D9-4261-BD0F-C9224E3D2DAB}" type="presParOf" srcId="{0E9B2C02-8628-4B02-838E-35255086BA03}" destId="{1032F6DE-08A5-44CD-B9A6-C71A069ABADC}" srcOrd="0" destOrd="0" presId="urn:microsoft.com/office/officeart/2005/8/layout/hList1"/>
    <dgm:cxn modelId="{6A685D57-A883-4BC9-B04B-592BD6A2AAD4}" type="presParOf" srcId="{0E9B2C02-8628-4B02-838E-35255086BA03}" destId="{872D73CA-FD1B-48C3-A6E6-3550E589E270}" srcOrd="1" destOrd="0" presId="urn:microsoft.com/office/officeart/2005/8/layout/hList1"/>
    <dgm:cxn modelId="{FCB9CAC9-A26F-4406-9EB2-CF28A057126E}" type="presParOf" srcId="{58174B99-CE10-4B24-A8FF-8FC8E9C2317C}" destId="{4BCB8EFF-3C2E-47BB-A3D6-AA8343C5FC23}" srcOrd="1" destOrd="0" presId="urn:microsoft.com/office/officeart/2005/8/layout/hList1"/>
    <dgm:cxn modelId="{19A48DAE-9DE7-4B1D-A5B6-E1F2B116FCE9}" type="presParOf" srcId="{58174B99-CE10-4B24-A8FF-8FC8E9C2317C}" destId="{16BC8CB6-DF9B-446A-9C8D-5E606D22B956}" srcOrd="2" destOrd="0" presId="urn:microsoft.com/office/officeart/2005/8/layout/hList1"/>
    <dgm:cxn modelId="{2A026029-9E0E-4497-9CAB-B3D727164DA1}" type="presParOf" srcId="{16BC8CB6-DF9B-446A-9C8D-5E606D22B956}" destId="{E9C46D4D-75A6-418C-8C3E-0E1D10EAB29F}" srcOrd="0" destOrd="0" presId="urn:microsoft.com/office/officeart/2005/8/layout/hList1"/>
    <dgm:cxn modelId="{E1AC9641-6DF3-4459-AE7A-F51B014984EA}" type="presParOf" srcId="{16BC8CB6-DF9B-446A-9C8D-5E606D22B956}" destId="{5F11FA91-EA15-4699-BCE3-FA595EE1BA20}" srcOrd="1" destOrd="0" presId="urn:microsoft.com/office/officeart/2005/8/layout/hList1"/>
    <dgm:cxn modelId="{4C06556F-27E3-4DD8-91C9-8DBD29137FE4}" type="presParOf" srcId="{58174B99-CE10-4B24-A8FF-8FC8E9C2317C}" destId="{CD34C965-991B-4715-88C9-19CF90CAAD49}" srcOrd="3" destOrd="0" presId="urn:microsoft.com/office/officeart/2005/8/layout/hList1"/>
    <dgm:cxn modelId="{4062A5A4-6343-493D-B4A3-2897CD274124}" type="presParOf" srcId="{58174B99-CE10-4B24-A8FF-8FC8E9C2317C}" destId="{666508DF-563F-4B5E-B42D-132EBE9475D2}" srcOrd="4" destOrd="0" presId="urn:microsoft.com/office/officeart/2005/8/layout/hList1"/>
    <dgm:cxn modelId="{E789F921-1C04-49CE-B585-5DB5FAD15526}" type="presParOf" srcId="{666508DF-563F-4B5E-B42D-132EBE9475D2}" destId="{6DA8D373-A26D-48F5-BC7C-DD58DAADA983}" srcOrd="0" destOrd="0" presId="urn:microsoft.com/office/officeart/2005/8/layout/hList1"/>
    <dgm:cxn modelId="{6D523B69-AA77-4FF2-BE30-A7EF6C6319BA}" type="presParOf" srcId="{666508DF-563F-4B5E-B42D-132EBE9475D2}" destId="{6230B789-1838-4D74-91C3-232B18B968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2CACC1-0621-429B-A092-562913D1228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DE533B-66C6-47CA-BC8F-7DFC855BD881}">
      <dgm:prSet phldrT="[Text]" phldr="0"/>
      <dgm:spPr/>
      <dgm:t>
        <a:bodyPr/>
        <a:lstStyle/>
        <a:p>
          <a:r>
            <a:rPr lang="en-US"/>
            <a:t>Insight</a:t>
          </a:r>
        </a:p>
      </dgm:t>
    </dgm:pt>
    <dgm:pt modelId="{968FE35B-6F42-4BE6-80C4-CFEFE222C84B}" type="parTrans" cxnId="{BAAAC874-154C-4C9A-8EE3-B8C3FC952E73}">
      <dgm:prSet/>
      <dgm:spPr/>
      <dgm:t>
        <a:bodyPr/>
        <a:lstStyle/>
        <a:p>
          <a:endParaRPr lang="en-US"/>
        </a:p>
      </dgm:t>
    </dgm:pt>
    <dgm:pt modelId="{2CA77E17-305F-45B8-969A-3D8DFF4BABF5}" type="sibTrans" cxnId="{BAAAC874-154C-4C9A-8EE3-B8C3FC952E73}">
      <dgm:prSet/>
      <dgm:spPr/>
      <dgm:t>
        <a:bodyPr/>
        <a:lstStyle/>
        <a:p>
          <a:endParaRPr lang="en-US"/>
        </a:p>
      </dgm:t>
    </dgm:pt>
    <dgm:pt modelId="{9F7EC4B4-C6E2-4C44-BFEC-685CCB2A4DF1}">
      <dgm:prSet phldrT="[Text]" phldr="0"/>
      <dgm:spPr/>
      <dgm:t>
        <a:bodyPr/>
        <a:lstStyle/>
        <a:p>
          <a:r>
            <a:rPr lang="en-US"/>
            <a:t>Innovation</a:t>
          </a:r>
        </a:p>
      </dgm:t>
    </dgm:pt>
    <dgm:pt modelId="{C6D25262-685F-4FCE-8301-4C50D87D31BD}" type="parTrans" cxnId="{C0D39F1A-8F4B-4FE4-AC67-09A8712AC126}">
      <dgm:prSet/>
      <dgm:spPr/>
      <dgm:t>
        <a:bodyPr/>
        <a:lstStyle/>
        <a:p>
          <a:endParaRPr lang="en-US"/>
        </a:p>
      </dgm:t>
    </dgm:pt>
    <dgm:pt modelId="{95D2B54B-D07D-430F-BFD6-D5E360FEAE33}" type="sibTrans" cxnId="{C0D39F1A-8F4B-4FE4-AC67-09A8712AC126}">
      <dgm:prSet/>
      <dgm:spPr/>
      <dgm:t>
        <a:bodyPr/>
        <a:lstStyle/>
        <a:p>
          <a:endParaRPr lang="en-US"/>
        </a:p>
      </dgm:t>
    </dgm:pt>
    <dgm:pt modelId="{884E0B98-D912-46C9-ABC0-A6621391A68D}">
      <dgm:prSet phldrT="[Text]" phldr="0"/>
      <dgm:spPr/>
      <dgm:t>
        <a:bodyPr/>
        <a:lstStyle/>
        <a:p>
          <a:r>
            <a:rPr lang="en-US"/>
            <a:t> Enablement</a:t>
          </a:r>
        </a:p>
      </dgm:t>
    </dgm:pt>
    <dgm:pt modelId="{3E074C86-1686-4494-901D-5D287BE7F9B5}" type="parTrans" cxnId="{57307525-9B1D-4D53-A809-16FC5622BF29}">
      <dgm:prSet/>
      <dgm:spPr/>
      <dgm:t>
        <a:bodyPr/>
        <a:lstStyle/>
        <a:p>
          <a:endParaRPr lang="en-US"/>
        </a:p>
      </dgm:t>
    </dgm:pt>
    <dgm:pt modelId="{95454603-0344-46B3-AAB8-8CE42997622D}" type="sibTrans" cxnId="{57307525-9B1D-4D53-A809-16FC5622BF29}">
      <dgm:prSet/>
      <dgm:spPr/>
      <dgm:t>
        <a:bodyPr/>
        <a:lstStyle/>
        <a:p>
          <a:endParaRPr lang="en-US"/>
        </a:p>
      </dgm:t>
    </dgm:pt>
    <dgm:pt modelId="{74EFB9D4-71C6-44E2-9A5A-C8EAEFEF9BA6}" type="pres">
      <dgm:prSet presAssocID="{702CACC1-0621-429B-A092-562913D12289}" presName="Name0" presStyleCnt="0">
        <dgm:presLayoutVars>
          <dgm:dir/>
          <dgm:resizeHandles val="exact"/>
        </dgm:presLayoutVars>
      </dgm:prSet>
      <dgm:spPr/>
    </dgm:pt>
    <dgm:pt modelId="{BF762FD7-A750-4CE5-A48B-903702DFE5F6}" type="pres">
      <dgm:prSet presAssocID="{EDDE533B-66C6-47CA-BC8F-7DFC855BD881}" presName="node" presStyleLbl="node1" presStyleIdx="0" presStyleCnt="3">
        <dgm:presLayoutVars>
          <dgm:bulletEnabled val="1"/>
        </dgm:presLayoutVars>
      </dgm:prSet>
      <dgm:spPr/>
    </dgm:pt>
    <dgm:pt modelId="{78DDEE9E-1DB4-4F29-899A-BFC06CB75AF9}" type="pres">
      <dgm:prSet presAssocID="{2CA77E17-305F-45B8-969A-3D8DFF4BABF5}" presName="sibTrans" presStyleLbl="sibTrans2D1" presStyleIdx="0" presStyleCnt="2"/>
      <dgm:spPr/>
    </dgm:pt>
    <dgm:pt modelId="{8C4E2B1B-446A-4BD1-97FA-DCA2FCFFE4AF}" type="pres">
      <dgm:prSet presAssocID="{2CA77E17-305F-45B8-969A-3D8DFF4BABF5}" presName="connectorText" presStyleLbl="sibTrans2D1" presStyleIdx="0" presStyleCnt="2"/>
      <dgm:spPr/>
    </dgm:pt>
    <dgm:pt modelId="{C132748A-6C9E-4CE9-BC21-E767D06495E5}" type="pres">
      <dgm:prSet presAssocID="{9F7EC4B4-C6E2-4C44-BFEC-685CCB2A4DF1}" presName="node" presStyleLbl="node1" presStyleIdx="1" presStyleCnt="3">
        <dgm:presLayoutVars>
          <dgm:bulletEnabled val="1"/>
        </dgm:presLayoutVars>
      </dgm:prSet>
      <dgm:spPr/>
    </dgm:pt>
    <dgm:pt modelId="{A832E715-508B-47CB-9828-E8EF98BE7FBD}" type="pres">
      <dgm:prSet presAssocID="{95D2B54B-D07D-430F-BFD6-D5E360FEAE33}" presName="sibTrans" presStyleLbl="sibTrans2D1" presStyleIdx="1" presStyleCnt="2"/>
      <dgm:spPr/>
    </dgm:pt>
    <dgm:pt modelId="{46D7BDB4-4477-44A5-B86A-B97AB2C6A8A6}" type="pres">
      <dgm:prSet presAssocID="{95D2B54B-D07D-430F-BFD6-D5E360FEAE33}" presName="connectorText" presStyleLbl="sibTrans2D1" presStyleIdx="1" presStyleCnt="2"/>
      <dgm:spPr/>
    </dgm:pt>
    <dgm:pt modelId="{3EE75157-924D-41B8-95FB-73C57B0BD54B}" type="pres">
      <dgm:prSet presAssocID="{884E0B98-D912-46C9-ABC0-A6621391A68D}" presName="node" presStyleLbl="node1" presStyleIdx="2" presStyleCnt="3">
        <dgm:presLayoutVars>
          <dgm:bulletEnabled val="1"/>
        </dgm:presLayoutVars>
      </dgm:prSet>
      <dgm:spPr/>
    </dgm:pt>
  </dgm:ptLst>
  <dgm:cxnLst>
    <dgm:cxn modelId="{0F001911-D045-4833-8FC9-964AE54766AE}" type="presOf" srcId="{EDDE533B-66C6-47CA-BC8F-7DFC855BD881}" destId="{BF762FD7-A750-4CE5-A48B-903702DFE5F6}" srcOrd="0" destOrd="0" presId="urn:microsoft.com/office/officeart/2005/8/layout/process1"/>
    <dgm:cxn modelId="{C0D39F1A-8F4B-4FE4-AC67-09A8712AC126}" srcId="{702CACC1-0621-429B-A092-562913D12289}" destId="{9F7EC4B4-C6E2-4C44-BFEC-685CCB2A4DF1}" srcOrd="1" destOrd="0" parTransId="{C6D25262-685F-4FCE-8301-4C50D87D31BD}" sibTransId="{95D2B54B-D07D-430F-BFD6-D5E360FEAE33}"/>
    <dgm:cxn modelId="{57307525-9B1D-4D53-A809-16FC5622BF29}" srcId="{702CACC1-0621-429B-A092-562913D12289}" destId="{884E0B98-D912-46C9-ABC0-A6621391A68D}" srcOrd="2" destOrd="0" parTransId="{3E074C86-1686-4494-901D-5D287BE7F9B5}" sibTransId="{95454603-0344-46B3-AAB8-8CE42997622D}"/>
    <dgm:cxn modelId="{7604DF26-1A8C-40FF-8DB1-140BAA601759}" type="presOf" srcId="{2CA77E17-305F-45B8-969A-3D8DFF4BABF5}" destId="{8C4E2B1B-446A-4BD1-97FA-DCA2FCFFE4AF}" srcOrd="1" destOrd="0" presId="urn:microsoft.com/office/officeart/2005/8/layout/process1"/>
    <dgm:cxn modelId="{473D052D-E60E-4119-8D8A-087A17C9908D}" type="presOf" srcId="{9F7EC4B4-C6E2-4C44-BFEC-685CCB2A4DF1}" destId="{C132748A-6C9E-4CE9-BC21-E767D06495E5}" srcOrd="0" destOrd="0" presId="urn:microsoft.com/office/officeart/2005/8/layout/process1"/>
    <dgm:cxn modelId="{E138A250-6E26-4ED2-86C7-DE6C6ECD0DCE}" type="presOf" srcId="{702CACC1-0621-429B-A092-562913D12289}" destId="{74EFB9D4-71C6-44E2-9A5A-C8EAEFEF9BA6}" srcOrd="0" destOrd="0" presId="urn:microsoft.com/office/officeart/2005/8/layout/process1"/>
    <dgm:cxn modelId="{3DFA5C74-617B-4758-92F2-925A902EC37A}" type="presOf" srcId="{95D2B54B-D07D-430F-BFD6-D5E360FEAE33}" destId="{46D7BDB4-4477-44A5-B86A-B97AB2C6A8A6}" srcOrd="1" destOrd="0" presId="urn:microsoft.com/office/officeart/2005/8/layout/process1"/>
    <dgm:cxn modelId="{BAAAC874-154C-4C9A-8EE3-B8C3FC952E73}" srcId="{702CACC1-0621-429B-A092-562913D12289}" destId="{EDDE533B-66C6-47CA-BC8F-7DFC855BD881}" srcOrd="0" destOrd="0" parTransId="{968FE35B-6F42-4BE6-80C4-CFEFE222C84B}" sibTransId="{2CA77E17-305F-45B8-969A-3D8DFF4BABF5}"/>
    <dgm:cxn modelId="{40B26E7B-9F3A-414E-ABE2-C530EFE83EDA}" type="presOf" srcId="{884E0B98-D912-46C9-ABC0-A6621391A68D}" destId="{3EE75157-924D-41B8-95FB-73C57B0BD54B}" srcOrd="0" destOrd="0" presId="urn:microsoft.com/office/officeart/2005/8/layout/process1"/>
    <dgm:cxn modelId="{267F3CB5-CECE-4090-875E-A7B5E8ADD6C0}" type="presOf" srcId="{95D2B54B-D07D-430F-BFD6-D5E360FEAE33}" destId="{A832E715-508B-47CB-9828-E8EF98BE7FBD}" srcOrd="0" destOrd="0" presId="urn:microsoft.com/office/officeart/2005/8/layout/process1"/>
    <dgm:cxn modelId="{5F306AD4-342B-44A2-AC5F-90F79699A76E}" type="presOf" srcId="{2CA77E17-305F-45B8-969A-3D8DFF4BABF5}" destId="{78DDEE9E-1DB4-4F29-899A-BFC06CB75AF9}" srcOrd="0" destOrd="0" presId="urn:microsoft.com/office/officeart/2005/8/layout/process1"/>
    <dgm:cxn modelId="{511DF481-357D-4ECF-8812-AC74402EB26B}" type="presParOf" srcId="{74EFB9D4-71C6-44E2-9A5A-C8EAEFEF9BA6}" destId="{BF762FD7-A750-4CE5-A48B-903702DFE5F6}" srcOrd="0" destOrd="0" presId="urn:microsoft.com/office/officeart/2005/8/layout/process1"/>
    <dgm:cxn modelId="{B6D7B1FB-E254-4C23-B4D1-E68EB6694A8D}" type="presParOf" srcId="{74EFB9D4-71C6-44E2-9A5A-C8EAEFEF9BA6}" destId="{78DDEE9E-1DB4-4F29-899A-BFC06CB75AF9}" srcOrd="1" destOrd="0" presId="urn:microsoft.com/office/officeart/2005/8/layout/process1"/>
    <dgm:cxn modelId="{944D7803-AD14-4697-9687-84A40B8F8D03}" type="presParOf" srcId="{78DDEE9E-1DB4-4F29-899A-BFC06CB75AF9}" destId="{8C4E2B1B-446A-4BD1-97FA-DCA2FCFFE4AF}" srcOrd="0" destOrd="0" presId="urn:microsoft.com/office/officeart/2005/8/layout/process1"/>
    <dgm:cxn modelId="{6B5FF066-B756-4D67-B84B-209B2F7FCA24}" type="presParOf" srcId="{74EFB9D4-71C6-44E2-9A5A-C8EAEFEF9BA6}" destId="{C132748A-6C9E-4CE9-BC21-E767D06495E5}" srcOrd="2" destOrd="0" presId="urn:microsoft.com/office/officeart/2005/8/layout/process1"/>
    <dgm:cxn modelId="{C4A722EA-660D-4308-9F04-14AB7E2CA095}" type="presParOf" srcId="{74EFB9D4-71C6-44E2-9A5A-C8EAEFEF9BA6}" destId="{A832E715-508B-47CB-9828-E8EF98BE7FBD}" srcOrd="3" destOrd="0" presId="urn:microsoft.com/office/officeart/2005/8/layout/process1"/>
    <dgm:cxn modelId="{D2A1FD01-73DB-4BFA-93B2-9E2751AD252A}" type="presParOf" srcId="{A832E715-508B-47CB-9828-E8EF98BE7FBD}" destId="{46D7BDB4-4477-44A5-B86A-B97AB2C6A8A6}" srcOrd="0" destOrd="0" presId="urn:microsoft.com/office/officeart/2005/8/layout/process1"/>
    <dgm:cxn modelId="{60543489-807A-40A6-8BA9-275BE771465A}" type="presParOf" srcId="{74EFB9D4-71C6-44E2-9A5A-C8EAEFEF9BA6}" destId="{3EE75157-924D-41B8-95FB-73C57B0BD54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EF96CB-9454-465C-AD93-DC4027EF384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93CE7C-15B4-47B4-A6AA-004E69C39F62}">
      <dgm:prSet custT="1"/>
      <dgm:spPr/>
      <dgm:t>
        <a:bodyPr/>
        <a:lstStyle/>
        <a:p>
          <a:r>
            <a:rPr lang="en-US" sz="1200" dirty="0">
              <a:solidFill>
                <a:schemeClr val="bg1"/>
              </a:solidFill>
            </a:rPr>
            <a:t>Faster Innovation → Market → Revenue</a:t>
          </a:r>
          <a:endParaRPr lang="en-US" sz="1200" b="1" dirty="0">
            <a:solidFill>
              <a:schemeClr val="bg1"/>
            </a:solidFill>
          </a:endParaRPr>
        </a:p>
      </dgm:t>
    </dgm:pt>
    <dgm:pt modelId="{D8029CC4-8CB7-41E5-9563-B8082E96B3EB}" type="parTrans" cxnId="{EFC929E1-38EF-433A-A77F-0CB237AF191D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AD2698D0-A132-454C-9817-B283EE0980D3}" type="sibTrans" cxnId="{EFC929E1-38EF-433A-A77F-0CB237AF191D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720AD662-5053-4E6C-8367-B29A95C49185}">
      <dgm:prSet custT="1"/>
      <dgm:spPr/>
      <dgm:t>
        <a:bodyPr/>
        <a:lstStyle/>
        <a:p>
          <a:r>
            <a:rPr lang="en-US" sz="1200" dirty="0">
              <a:solidFill>
                <a:schemeClr val="bg1"/>
              </a:solidFill>
            </a:rPr>
            <a:t>Strategy in Action, Not on Paper</a:t>
          </a:r>
          <a:endParaRPr lang="en-US" sz="1200" b="1" dirty="0">
            <a:solidFill>
              <a:schemeClr val="bg1"/>
            </a:solidFill>
          </a:endParaRPr>
        </a:p>
      </dgm:t>
    </dgm:pt>
    <dgm:pt modelId="{931F609C-37C4-4F09-A9F1-8E78A8226213}" type="parTrans" cxnId="{599C0A5D-AD0D-4EB0-B1F9-3B3A5A5DC92B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31E72E93-4915-46E8-81C1-1A97C1E69A58}" type="sibTrans" cxnId="{599C0A5D-AD0D-4EB0-B1F9-3B3A5A5DC92B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58E0E548-256A-4516-BD91-37F083D15358}">
      <dgm:prSet custT="1"/>
      <dgm:spPr/>
      <dgm:t>
        <a:bodyPr/>
        <a:lstStyle/>
        <a:p>
          <a:r>
            <a:rPr lang="en-US" sz="1200" dirty="0">
              <a:solidFill>
                <a:schemeClr val="bg1"/>
              </a:solidFill>
            </a:rPr>
            <a:t>Simpler, Smarter M&amp;T Workflows</a:t>
          </a:r>
          <a:endParaRPr lang="en-US" sz="1200" b="1" dirty="0">
            <a:solidFill>
              <a:schemeClr val="bg1"/>
            </a:solidFill>
          </a:endParaRPr>
        </a:p>
      </dgm:t>
    </dgm:pt>
    <dgm:pt modelId="{2663AEDD-5BE8-4F7D-A990-34EBFB75758C}" type="parTrans" cxnId="{09604F27-ECF5-41E4-9749-DE189D53FAAA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5DC7E89A-1F18-461B-9D55-3E4269B63F60}" type="sibTrans" cxnId="{09604F27-ECF5-41E4-9749-DE189D53FAAA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CA328326-4B5F-4000-A31B-F5513B9C8385}">
      <dgm:prSet custT="1"/>
      <dgm:spPr/>
      <dgm:t>
        <a:bodyPr/>
        <a:lstStyle/>
        <a:p>
          <a:r>
            <a:rPr lang="en-US" sz="1200" dirty="0">
              <a:solidFill>
                <a:schemeClr val="bg1"/>
              </a:solidFill>
            </a:rPr>
            <a:t>Customer-First Responsiveness</a:t>
          </a:r>
          <a:endParaRPr lang="en-US" sz="1200" b="1" dirty="0">
            <a:solidFill>
              <a:schemeClr val="bg1"/>
            </a:solidFill>
          </a:endParaRPr>
        </a:p>
      </dgm:t>
    </dgm:pt>
    <dgm:pt modelId="{CB8D2264-E649-45F8-B9E7-905D16D3283D}" type="parTrans" cxnId="{03464B29-17F9-4205-B4CA-A8C6D3468C91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79D401BE-B0E7-4BF0-855E-A6431E0C0AF2}" type="sibTrans" cxnId="{03464B29-17F9-4205-B4CA-A8C6D3468C91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7C78EB28-855E-4829-BE39-3A527DC58520}">
      <dgm:prSet custT="1"/>
      <dgm:spPr/>
      <dgm:t>
        <a:bodyPr/>
        <a:lstStyle/>
        <a:p>
          <a:r>
            <a:rPr lang="en-US" sz="1200" dirty="0">
              <a:solidFill>
                <a:schemeClr val="bg1"/>
              </a:solidFill>
            </a:rPr>
            <a:t>A Sharper, Leaner Portfolio</a:t>
          </a:r>
          <a:endParaRPr lang="en-US" sz="1200" b="1" dirty="0">
            <a:solidFill>
              <a:schemeClr val="bg1"/>
            </a:solidFill>
          </a:endParaRPr>
        </a:p>
      </dgm:t>
    </dgm:pt>
    <dgm:pt modelId="{C3C17603-CBDD-4593-9870-37C2FEA8E363}" type="parTrans" cxnId="{64C503BF-38ED-4569-9DAD-354A2C248985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2FDC2C12-01EC-46F1-8DEE-5B79856443AA}" type="sibTrans" cxnId="{64C503BF-38ED-4569-9DAD-354A2C248985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A9B6AD6C-DEDA-4BD8-96BD-323E815298E5}">
      <dgm:prSet custT="1"/>
      <dgm:spPr/>
      <dgm:t>
        <a:bodyPr/>
        <a:lstStyle/>
        <a:p>
          <a:r>
            <a:rPr lang="en-US" sz="1200" dirty="0">
              <a:solidFill>
                <a:schemeClr val="bg1"/>
              </a:solidFill>
            </a:rPr>
            <a:t>Digital at the Core of How We Operate</a:t>
          </a:r>
          <a:endParaRPr lang="en-US" sz="1200" b="1" dirty="0">
            <a:solidFill>
              <a:schemeClr val="bg1"/>
            </a:solidFill>
          </a:endParaRPr>
        </a:p>
      </dgm:t>
    </dgm:pt>
    <dgm:pt modelId="{5F755C97-671B-47F7-9D74-CA4DD94878E3}" type="parTrans" cxnId="{FC6477A6-BA19-4DE5-A414-2EB4778AE030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093818EC-C8CA-4B9E-9A12-3A4C525A1898}" type="sibTrans" cxnId="{FC6477A6-BA19-4DE5-A414-2EB4778AE030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A63B8CA4-19DA-4BDC-9080-0828ED949C80}">
      <dgm:prSet custT="1"/>
      <dgm:spPr/>
      <dgm:t>
        <a:bodyPr/>
        <a:lstStyle/>
        <a:p>
          <a:r>
            <a:rPr lang="en-US" sz="1200" dirty="0">
              <a:solidFill>
                <a:schemeClr val="bg1"/>
              </a:solidFill>
            </a:rPr>
            <a:t>Market-Led Growth Activation</a:t>
          </a:r>
          <a:endParaRPr lang="en-US" sz="1200" b="1" dirty="0">
            <a:solidFill>
              <a:schemeClr val="bg1"/>
            </a:solidFill>
          </a:endParaRPr>
        </a:p>
      </dgm:t>
    </dgm:pt>
    <dgm:pt modelId="{06626742-6D16-41B7-9F6B-6C1075AB23F3}" type="parTrans" cxnId="{696A61B4-EF7E-41E2-9317-05582D2DDE8D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21EB1213-FDA7-4FFB-BADB-89E004217C84}" type="sibTrans" cxnId="{696A61B4-EF7E-41E2-9317-05582D2DDE8D}">
      <dgm:prSet/>
      <dgm:spPr/>
      <dgm:t>
        <a:bodyPr/>
        <a:lstStyle/>
        <a:p>
          <a:endParaRPr lang="en-US" sz="1200" b="1">
            <a:solidFill>
              <a:schemeClr val="bg1"/>
            </a:solidFill>
          </a:endParaRPr>
        </a:p>
      </dgm:t>
    </dgm:pt>
    <dgm:pt modelId="{E5F9ECAB-52E2-4034-81C5-DB10C08C7200}" type="pres">
      <dgm:prSet presAssocID="{57EF96CB-9454-465C-AD93-DC4027EF384F}" presName="root" presStyleCnt="0">
        <dgm:presLayoutVars>
          <dgm:dir/>
          <dgm:resizeHandles val="exact"/>
        </dgm:presLayoutVars>
      </dgm:prSet>
      <dgm:spPr/>
    </dgm:pt>
    <dgm:pt modelId="{DE56C16A-1F30-4CEB-A503-6EC934D4BBA5}" type="pres">
      <dgm:prSet presAssocID="{57EF96CB-9454-465C-AD93-DC4027EF384F}" presName="container" presStyleCnt="0">
        <dgm:presLayoutVars>
          <dgm:dir/>
          <dgm:resizeHandles val="exact"/>
        </dgm:presLayoutVars>
      </dgm:prSet>
      <dgm:spPr/>
    </dgm:pt>
    <dgm:pt modelId="{0A9C8B38-4950-4D1F-A9CD-3DAB1CC0D200}" type="pres">
      <dgm:prSet presAssocID="{7F93CE7C-15B4-47B4-A6AA-004E69C39F62}" presName="compNode" presStyleCnt="0"/>
      <dgm:spPr/>
    </dgm:pt>
    <dgm:pt modelId="{2E52ABC6-6DA7-4166-A54F-9493B81F582B}" type="pres">
      <dgm:prSet presAssocID="{7F93CE7C-15B4-47B4-A6AA-004E69C39F62}" presName="iconBgRect" presStyleLbl="bgShp" presStyleIdx="0" presStyleCnt="7"/>
      <dgm:spPr/>
    </dgm:pt>
    <dgm:pt modelId="{4C69B4FE-727F-4C53-BC03-408B052CC8A0}" type="pres">
      <dgm:prSet presAssocID="{7F93CE7C-15B4-47B4-A6AA-004E69C39F62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1C01A54-25D5-46ED-A361-AB7CA8ABE3AA}" type="pres">
      <dgm:prSet presAssocID="{7F93CE7C-15B4-47B4-A6AA-004E69C39F62}" presName="spaceRect" presStyleCnt="0"/>
      <dgm:spPr/>
    </dgm:pt>
    <dgm:pt modelId="{28ED65C0-A6B9-4921-A26B-E80E8C9731A6}" type="pres">
      <dgm:prSet presAssocID="{7F93CE7C-15B4-47B4-A6AA-004E69C39F62}" presName="textRect" presStyleLbl="revTx" presStyleIdx="0" presStyleCnt="7">
        <dgm:presLayoutVars>
          <dgm:chMax val="1"/>
          <dgm:chPref val="1"/>
        </dgm:presLayoutVars>
      </dgm:prSet>
      <dgm:spPr/>
    </dgm:pt>
    <dgm:pt modelId="{27F24084-30D9-41A0-80B0-4B5F9B8C330B}" type="pres">
      <dgm:prSet presAssocID="{AD2698D0-A132-454C-9817-B283EE0980D3}" presName="sibTrans" presStyleLbl="sibTrans2D1" presStyleIdx="0" presStyleCnt="0"/>
      <dgm:spPr/>
    </dgm:pt>
    <dgm:pt modelId="{ADF692B2-15E1-4E37-82C0-483101FE5BC3}" type="pres">
      <dgm:prSet presAssocID="{720AD662-5053-4E6C-8367-B29A95C49185}" presName="compNode" presStyleCnt="0"/>
      <dgm:spPr/>
    </dgm:pt>
    <dgm:pt modelId="{9F66B821-3EA6-452F-92F4-AF6B8389F916}" type="pres">
      <dgm:prSet presAssocID="{720AD662-5053-4E6C-8367-B29A95C49185}" presName="iconBgRect" presStyleLbl="bgShp" presStyleIdx="1" presStyleCnt="7" custLinFactY="200000" custLinFactNeighborX="-5629" custLinFactNeighborY="259367"/>
      <dgm:spPr/>
    </dgm:pt>
    <dgm:pt modelId="{DE56D202-CC28-4669-AC67-7B7D659E9F52}" type="pres">
      <dgm:prSet presAssocID="{720AD662-5053-4E6C-8367-B29A95C49185}" presName="iconRect" presStyleLbl="node1" presStyleIdx="1" presStyleCnt="7" custLinFactY="386161" custLinFactNeighborX="-16176" custLinFactNeighborY="40000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1AE8E5D-4B61-46F4-8E85-3F3E70BC1469}" type="pres">
      <dgm:prSet presAssocID="{720AD662-5053-4E6C-8367-B29A95C49185}" presName="spaceRect" presStyleCnt="0"/>
      <dgm:spPr/>
    </dgm:pt>
    <dgm:pt modelId="{70E5C730-92FE-41E6-87A3-621606B6D4D0}" type="pres">
      <dgm:prSet presAssocID="{720AD662-5053-4E6C-8367-B29A95C49185}" presName="textRect" presStyleLbl="revTx" presStyleIdx="1" presStyleCnt="7" custLinFactY="200000" custLinFactNeighborX="-2388" custLinFactNeighborY="259367">
        <dgm:presLayoutVars>
          <dgm:chMax val="1"/>
          <dgm:chPref val="1"/>
        </dgm:presLayoutVars>
      </dgm:prSet>
      <dgm:spPr/>
    </dgm:pt>
    <dgm:pt modelId="{21AFD2F6-8DCA-4639-B759-DE238585AF3D}" type="pres">
      <dgm:prSet presAssocID="{31E72E93-4915-46E8-81C1-1A97C1E69A58}" presName="sibTrans" presStyleLbl="sibTrans2D1" presStyleIdx="0" presStyleCnt="0"/>
      <dgm:spPr/>
    </dgm:pt>
    <dgm:pt modelId="{A8803E17-145F-4D44-B122-77B5D9E91A57}" type="pres">
      <dgm:prSet presAssocID="{58E0E548-256A-4516-BD91-37F083D15358}" presName="compNode" presStyleCnt="0"/>
      <dgm:spPr/>
    </dgm:pt>
    <dgm:pt modelId="{6C4F4424-2A2E-4D20-B203-4604C8051D4E}" type="pres">
      <dgm:prSet presAssocID="{58E0E548-256A-4516-BD91-37F083D15358}" presName="iconBgRect" presStyleLbl="bgShp" presStyleIdx="2" presStyleCnt="7"/>
      <dgm:spPr/>
    </dgm:pt>
    <dgm:pt modelId="{9817969F-36E2-4BC2-8AF8-B03ABA11AB7E}" type="pres">
      <dgm:prSet presAssocID="{58E0E548-256A-4516-BD91-37F083D15358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AA846C12-DAFB-4C9E-A412-F22976A49E3E}" type="pres">
      <dgm:prSet presAssocID="{58E0E548-256A-4516-BD91-37F083D15358}" presName="spaceRect" presStyleCnt="0"/>
      <dgm:spPr/>
    </dgm:pt>
    <dgm:pt modelId="{B7717178-C25B-4FB8-B558-6CCF40398952}" type="pres">
      <dgm:prSet presAssocID="{58E0E548-256A-4516-BD91-37F083D15358}" presName="textRect" presStyleLbl="revTx" presStyleIdx="2" presStyleCnt="7">
        <dgm:presLayoutVars>
          <dgm:chMax val="1"/>
          <dgm:chPref val="1"/>
        </dgm:presLayoutVars>
      </dgm:prSet>
      <dgm:spPr/>
    </dgm:pt>
    <dgm:pt modelId="{FF615428-7B13-4C28-B970-EF2F9C01F593}" type="pres">
      <dgm:prSet presAssocID="{5DC7E89A-1F18-461B-9D55-3E4269B63F60}" presName="sibTrans" presStyleLbl="sibTrans2D1" presStyleIdx="0" presStyleCnt="0"/>
      <dgm:spPr/>
    </dgm:pt>
    <dgm:pt modelId="{4F0001C8-6886-45D5-B3CB-F9E091F4085A}" type="pres">
      <dgm:prSet presAssocID="{CA328326-4B5F-4000-A31B-F5513B9C8385}" presName="compNode" presStyleCnt="0"/>
      <dgm:spPr/>
    </dgm:pt>
    <dgm:pt modelId="{39C8DEDC-DB50-46BD-B9C4-BBF70C600332}" type="pres">
      <dgm:prSet presAssocID="{CA328326-4B5F-4000-A31B-F5513B9C8385}" presName="iconBgRect" presStyleLbl="bgShp" presStyleIdx="3" presStyleCnt="7" custLinFactX="-198121" custLinFactY="100000" custLinFactNeighborX="-200000" custLinFactNeighborY="115074"/>
      <dgm:spPr/>
    </dgm:pt>
    <dgm:pt modelId="{7BCB89EE-3356-4565-BD42-8ACE5DA8E356}" type="pres">
      <dgm:prSet presAssocID="{CA328326-4B5F-4000-A31B-F5513B9C8385}" presName="iconRect" presStyleLbl="node1" presStyleIdx="3" presStyleCnt="7" custLinFactX="-300000" custLinFactY="170817" custLinFactNeighborX="-386415" custLinFactNeighborY="20000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3629857C-A0A2-49BC-B00A-438813EF0343}" type="pres">
      <dgm:prSet presAssocID="{CA328326-4B5F-4000-A31B-F5513B9C8385}" presName="spaceRect" presStyleCnt="0"/>
      <dgm:spPr/>
    </dgm:pt>
    <dgm:pt modelId="{F7B7F70B-5225-4471-90F3-35A384E46A72}" type="pres">
      <dgm:prSet presAssocID="{CA328326-4B5F-4000-A31B-F5513B9C8385}" presName="textRect" presStyleLbl="revTx" presStyleIdx="3" presStyleCnt="7" custLinFactX="-68900" custLinFactY="100000" custLinFactNeighborX="-100000" custLinFactNeighborY="115074">
        <dgm:presLayoutVars>
          <dgm:chMax val="1"/>
          <dgm:chPref val="1"/>
        </dgm:presLayoutVars>
      </dgm:prSet>
      <dgm:spPr/>
    </dgm:pt>
    <dgm:pt modelId="{E6AAF6A0-843F-448B-8900-61D01F7447C2}" type="pres">
      <dgm:prSet presAssocID="{79D401BE-B0E7-4BF0-855E-A6431E0C0AF2}" presName="sibTrans" presStyleLbl="sibTrans2D1" presStyleIdx="0" presStyleCnt="0"/>
      <dgm:spPr/>
    </dgm:pt>
    <dgm:pt modelId="{D63E9573-BC88-48CB-BEE9-A173AE481A22}" type="pres">
      <dgm:prSet presAssocID="{7C78EB28-855E-4829-BE39-3A527DC58520}" presName="compNode" presStyleCnt="0"/>
      <dgm:spPr/>
    </dgm:pt>
    <dgm:pt modelId="{67447E07-8506-45B5-8B00-1E2D450E0AC4}" type="pres">
      <dgm:prSet presAssocID="{7C78EB28-855E-4829-BE39-3A527DC58520}" presName="iconBgRect" presStyleLbl="bgShp" presStyleIdx="4" presStyleCnt="7" custLinFactX="197801" custLinFactY="-100000" custLinFactNeighborX="200000" custLinFactNeighborY="-147688"/>
      <dgm:spPr/>
    </dgm:pt>
    <dgm:pt modelId="{AD1BB132-0D3B-42B4-B69D-5463D0F23D03}" type="pres">
      <dgm:prSet presAssocID="{7C78EB28-855E-4829-BE39-3A527DC58520}" presName="iconRect" presStyleLbl="node1" presStyleIdx="4" presStyleCnt="7" custLinFactX="300000" custLinFactY="-200000" custLinFactNeighborX="385864" custLinFactNeighborY="-22704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859B3717-6A9C-4989-AA8C-082FD33CE27C}" type="pres">
      <dgm:prSet presAssocID="{7C78EB28-855E-4829-BE39-3A527DC58520}" presName="spaceRect" presStyleCnt="0"/>
      <dgm:spPr/>
    </dgm:pt>
    <dgm:pt modelId="{D3A1C01F-8C47-4D40-B91D-A4207D41782E}" type="pres">
      <dgm:prSet presAssocID="{7C78EB28-855E-4829-BE39-3A527DC58520}" presName="textRect" presStyleLbl="revTx" presStyleIdx="4" presStyleCnt="7" custLinFactX="68764" custLinFactY="-100000" custLinFactNeighborX="100000" custLinFactNeighborY="-147688">
        <dgm:presLayoutVars>
          <dgm:chMax val="1"/>
          <dgm:chPref val="1"/>
        </dgm:presLayoutVars>
      </dgm:prSet>
      <dgm:spPr/>
    </dgm:pt>
    <dgm:pt modelId="{19A15989-4A95-486A-9106-5F468101D482}" type="pres">
      <dgm:prSet presAssocID="{2FDC2C12-01EC-46F1-8DEE-5B79856443AA}" presName="sibTrans" presStyleLbl="sibTrans2D1" presStyleIdx="0" presStyleCnt="0"/>
      <dgm:spPr/>
    </dgm:pt>
    <dgm:pt modelId="{413978C7-ECC3-43DB-B009-D45C899CB0C9}" type="pres">
      <dgm:prSet presAssocID="{A9B6AD6C-DEDA-4BD8-96BD-323E815298E5}" presName="compNode" presStyleCnt="0"/>
      <dgm:spPr/>
    </dgm:pt>
    <dgm:pt modelId="{F36DCD55-A0BC-4D3F-986B-E05F51575CF3}" type="pres">
      <dgm:prSet presAssocID="{A9B6AD6C-DEDA-4BD8-96BD-323E815298E5}" presName="iconBgRect" presStyleLbl="bgShp" presStyleIdx="5" presStyleCnt="7" custLinFactX="-192133" custLinFactY="83889" custLinFactNeighborX="-200000" custLinFactNeighborY="100000"/>
      <dgm:spPr/>
    </dgm:pt>
    <dgm:pt modelId="{66B56219-2F49-4E53-8D5F-527AB2EFC63C}" type="pres">
      <dgm:prSet presAssocID="{A9B6AD6C-DEDA-4BD8-96BD-323E815298E5}" presName="iconRect" presStyleLbl="node1" presStyleIdx="5" presStyleCnt="7" custLinFactX="-300000" custLinFactY="110581" custLinFactNeighborX="-386415" custLinFactNeighborY="200000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0E78FD61-B96A-4DC2-A10D-C07E6FCE0622}" type="pres">
      <dgm:prSet presAssocID="{A9B6AD6C-DEDA-4BD8-96BD-323E815298E5}" presName="spaceRect" presStyleCnt="0"/>
      <dgm:spPr/>
    </dgm:pt>
    <dgm:pt modelId="{14B3C61F-96E3-4148-99AF-A5D44D4FE327}" type="pres">
      <dgm:prSet presAssocID="{A9B6AD6C-DEDA-4BD8-96BD-323E815298E5}" presName="textRect" presStyleLbl="revTx" presStyleIdx="5" presStyleCnt="7" custLinFactX="-65335" custLinFactY="83889" custLinFactNeighborX="-100000" custLinFactNeighborY="100000">
        <dgm:presLayoutVars>
          <dgm:chMax val="1"/>
          <dgm:chPref val="1"/>
        </dgm:presLayoutVars>
      </dgm:prSet>
      <dgm:spPr/>
    </dgm:pt>
    <dgm:pt modelId="{67C4428F-DE40-42F0-B5BA-832F1F284FF0}" type="pres">
      <dgm:prSet presAssocID="{093818EC-C8CA-4B9E-9A12-3A4C525A1898}" presName="sibTrans" presStyleLbl="sibTrans2D1" presStyleIdx="0" presStyleCnt="0"/>
      <dgm:spPr/>
    </dgm:pt>
    <dgm:pt modelId="{B62350A5-C351-4877-B778-FDC06396EE12}" type="pres">
      <dgm:prSet presAssocID="{A63B8CA4-19DA-4BDC-9080-0828ED949C80}" presName="compNode" presStyleCnt="0"/>
      <dgm:spPr/>
    </dgm:pt>
    <dgm:pt modelId="{F0D3757F-AAF3-4400-9F38-DB84A307EABA}" type="pres">
      <dgm:prSet presAssocID="{A63B8CA4-19DA-4BDC-9080-0828ED949C80}" presName="iconBgRect" presStyleLbl="bgShp" presStyleIdx="6" presStyleCnt="7" custLinFactX="200000" custLinFactY="-340830" custLinFactNeighborX="201554" custLinFactNeighborY="-400000"/>
      <dgm:spPr/>
    </dgm:pt>
    <dgm:pt modelId="{0A6B2E4F-A272-4198-847A-4F31C15B164C}" type="pres">
      <dgm:prSet presAssocID="{A63B8CA4-19DA-4BDC-9080-0828ED949C80}" presName="iconRect" presStyleLbl="node1" presStyleIdx="6" presStyleCnt="7" custLinFactX="300000" custLinFactY="-600000" custLinFactNeighborX="392335" custLinFactNeighborY="-677293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F457CD71-938B-4F60-BDEF-742712102FFC}" type="pres">
      <dgm:prSet presAssocID="{A63B8CA4-19DA-4BDC-9080-0828ED949C80}" presName="spaceRect" presStyleCnt="0"/>
      <dgm:spPr/>
    </dgm:pt>
    <dgm:pt modelId="{FC3D8A3E-929F-48C9-ABB2-66BBAC4335BC}" type="pres">
      <dgm:prSet presAssocID="{A63B8CA4-19DA-4BDC-9080-0828ED949C80}" presName="textRect" presStyleLbl="revTx" presStyleIdx="6" presStyleCnt="7" custLinFactX="70356" custLinFactY="-340830" custLinFactNeighborX="100000" custLinFactNeighborY="-400000">
        <dgm:presLayoutVars>
          <dgm:chMax val="1"/>
          <dgm:chPref val="1"/>
        </dgm:presLayoutVars>
      </dgm:prSet>
      <dgm:spPr/>
    </dgm:pt>
  </dgm:ptLst>
  <dgm:cxnLst>
    <dgm:cxn modelId="{A25DDF00-508D-41E4-A879-4D0FCD232498}" type="presOf" srcId="{CA328326-4B5F-4000-A31B-F5513B9C8385}" destId="{F7B7F70B-5225-4471-90F3-35A384E46A72}" srcOrd="0" destOrd="0" presId="urn:microsoft.com/office/officeart/2018/2/layout/IconCircleList"/>
    <dgm:cxn modelId="{BCEE4922-614C-4333-AA26-21AD3CA4A25E}" type="presOf" srcId="{093818EC-C8CA-4B9E-9A12-3A4C525A1898}" destId="{67C4428F-DE40-42F0-B5BA-832F1F284FF0}" srcOrd="0" destOrd="0" presId="urn:microsoft.com/office/officeart/2018/2/layout/IconCircleList"/>
    <dgm:cxn modelId="{09604F27-ECF5-41E4-9749-DE189D53FAAA}" srcId="{57EF96CB-9454-465C-AD93-DC4027EF384F}" destId="{58E0E548-256A-4516-BD91-37F083D15358}" srcOrd="2" destOrd="0" parTransId="{2663AEDD-5BE8-4F7D-A990-34EBFB75758C}" sibTransId="{5DC7E89A-1F18-461B-9D55-3E4269B63F60}"/>
    <dgm:cxn modelId="{03464B29-17F9-4205-B4CA-A8C6D3468C91}" srcId="{57EF96CB-9454-465C-AD93-DC4027EF384F}" destId="{CA328326-4B5F-4000-A31B-F5513B9C8385}" srcOrd="3" destOrd="0" parTransId="{CB8D2264-E649-45F8-B9E7-905D16D3283D}" sibTransId="{79D401BE-B0E7-4BF0-855E-A6431E0C0AF2}"/>
    <dgm:cxn modelId="{263A6E38-1C5A-4993-BB00-F34B2A41FA21}" type="presOf" srcId="{79D401BE-B0E7-4BF0-855E-A6431E0C0AF2}" destId="{E6AAF6A0-843F-448B-8900-61D01F7447C2}" srcOrd="0" destOrd="0" presId="urn:microsoft.com/office/officeart/2018/2/layout/IconCircleList"/>
    <dgm:cxn modelId="{599C0A5D-AD0D-4EB0-B1F9-3B3A5A5DC92B}" srcId="{57EF96CB-9454-465C-AD93-DC4027EF384F}" destId="{720AD662-5053-4E6C-8367-B29A95C49185}" srcOrd="1" destOrd="0" parTransId="{931F609C-37C4-4F09-A9F1-8E78A8226213}" sibTransId="{31E72E93-4915-46E8-81C1-1A97C1E69A58}"/>
    <dgm:cxn modelId="{31B3024A-09E1-44B7-956A-F092B9FC5016}" type="presOf" srcId="{31E72E93-4915-46E8-81C1-1A97C1E69A58}" destId="{21AFD2F6-8DCA-4639-B759-DE238585AF3D}" srcOrd="0" destOrd="0" presId="urn:microsoft.com/office/officeart/2018/2/layout/IconCircleList"/>
    <dgm:cxn modelId="{2CE3266D-834D-416B-ACE5-B0753E92D63E}" type="presOf" srcId="{5DC7E89A-1F18-461B-9D55-3E4269B63F60}" destId="{FF615428-7B13-4C28-B970-EF2F9C01F593}" srcOrd="0" destOrd="0" presId="urn:microsoft.com/office/officeart/2018/2/layout/IconCircleList"/>
    <dgm:cxn modelId="{86CD6E53-5309-455C-A2D9-D6B2F17FF7F7}" type="presOf" srcId="{7F93CE7C-15B4-47B4-A6AA-004E69C39F62}" destId="{28ED65C0-A6B9-4921-A26B-E80E8C9731A6}" srcOrd="0" destOrd="0" presId="urn:microsoft.com/office/officeart/2018/2/layout/IconCircleList"/>
    <dgm:cxn modelId="{20B8C253-49BD-423E-AC48-52FAA345E91E}" type="presOf" srcId="{AD2698D0-A132-454C-9817-B283EE0980D3}" destId="{27F24084-30D9-41A0-80B0-4B5F9B8C330B}" srcOrd="0" destOrd="0" presId="urn:microsoft.com/office/officeart/2018/2/layout/IconCircleList"/>
    <dgm:cxn modelId="{E94A8055-DDFB-46FB-ADB2-3871360C9FB2}" type="presOf" srcId="{720AD662-5053-4E6C-8367-B29A95C49185}" destId="{70E5C730-92FE-41E6-87A3-621606B6D4D0}" srcOrd="0" destOrd="0" presId="urn:microsoft.com/office/officeart/2018/2/layout/IconCircleList"/>
    <dgm:cxn modelId="{0D9EB688-0835-4E7E-8990-D13C78F808A0}" type="presOf" srcId="{7C78EB28-855E-4829-BE39-3A527DC58520}" destId="{D3A1C01F-8C47-4D40-B91D-A4207D41782E}" srcOrd="0" destOrd="0" presId="urn:microsoft.com/office/officeart/2018/2/layout/IconCircleList"/>
    <dgm:cxn modelId="{FF8C338B-10FC-4A8B-922B-D4C2526FF929}" type="presOf" srcId="{2FDC2C12-01EC-46F1-8DEE-5B79856443AA}" destId="{19A15989-4A95-486A-9106-5F468101D482}" srcOrd="0" destOrd="0" presId="urn:microsoft.com/office/officeart/2018/2/layout/IconCircleList"/>
    <dgm:cxn modelId="{368D0694-E8D7-46A9-AEB7-342B41E66C59}" type="presOf" srcId="{A9B6AD6C-DEDA-4BD8-96BD-323E815298E5}" destId="{14B3C61F-96E3-4148-99AF-A5D44D4FE327}" srcOrd="0" destOrd="0" presId="urn:microsoft.com/office/officeart/2018/2/layout/IconCircleList"/>
    <dgm:cxn modelId="{FC6477A6-BA19-4DE5-A414-2EB4778AE030}" srcId="{57EF96CB-9454-465C-AD93-DC4027EF384F}" destId="{A9B6AD6C-DEDA-4BD8-96BD-323E815298E5}" srcOrd="5" destOrd="0" parTransId="{5F755C97-671B-47F7-9D74-CA4DD94878E3}" sibTransId="{093818EC-C8CA-4B9E-9A12-3A4C525A1898}"/>
    <dgm:cxn modelId="{696A61B4-EF7E-41E2-9317-05582D2DDE8D}" srcId="{57EF96CB-9454-465C-AD93-DC4027EF384F}" destId="{A63B8CA4-19DA-4BDC-9080-0828ED949C80}" srcOrd="6" destOrd="0" parTransId="{06626742-6D16-41B7-9F6B-6C1075AB23F3}" sibTransId="{21EB1213-FDA7-4FFB-BADB-89E004217C84}"/>
    <dgm:cxn modelId="{64C503BF-38ED-4569-9DAD-354A2C248985}" srcId="{57EF96CB-9454-465C-AD93-DC4027EF384F}" destId="{7C78EB28-855E-4829-BE39-3A527DC58520}" srcOrd="4" destOrd="0" parTransId="{C3C17603-CBDD-4593-9870-37C2FEA8E363}" sibTransId="{2FDC2C12-01EC-46F1-8DEE-5B79856443AA}"/>
    <dgm:cxn modelId="{407537C5-A477-4091-9469-31F5739C0540}" type="presOf" srcId="{57EF96CB-9454-465C-AD93-DC4027EF384F}" destId="{E5F9ECAB-52E2-4034-81C5-DB10C08C7200}" srcOrd="0" destOrd="0" presId="urn:microsoft.com/office/officeart/2018/2/layout/IconCircleList"/>
    <dgm:cxn modelId="{EFC929E1-38EF-433A-A77F-0CB237AF191D}" srcId="{57EF96CB-9454-465C-AD93-DC4027EF384F}" destId="{7F93CE7C-15B4-47B4-A6AA-004E69C39F62}" srcOrd="0" destOrd="0" parTransId="{D8029CC4-8CB7-41E5-9563-B8082E96B3EB}" sibTransId="{AD2698D0-A132-454C-9817-B283EE0980D3}"/>
    <dgm:cxn modelId="{AD0AD7ED-6611-4656-8735-3D2B3F536A99}" type="presOf" srcId="{A63B8CA4-19DA-4BDC-9080-0828ED949C80}" destId="{FC3D8A3E-929F-48C9-ABB2-66BBAC4335BC}" srcOrd="0" destOrd="0" presId="urn:microsoft.com/office/officeart/2018/2/layout/IconCircleList"/>
    <dgm:cxn modelId="{6B8E6BEF-C4F8-4259-A240-F23F8AEA5DD1}" type="presOf" srcId="{58E0E548-256A-4516-BD91-37F083D15358}" destId="{B7717178-C25B-4FB8-B558-6CCF40398952}" srcOrd="0" destOrd="0" presId="urn:microsoft.com/office/officeart/2018/2/layout/IconCircleList"/>
    <dgm:cxn modelId="{4B55DE59-DB0A-41D3-9D1A-FB086E0DF843}" type="presParOf" srcId="{E5F9ECAB-52E2-4034-81C5-DB10C08C7200}" destId="{DE56C16A-1F30-4CEB-A503-6EC934D4BBA5}" srcOrd="0" destOrd="0" presId="urn:microsoft.com/office/officeart/2018/2/layout/IconCircleList"/>
    <dgm:cxn modelId="{25A4CEC6-8827-4A13-AC69-828D45FD5CFA}" type="presParOf" srcId="{DE56C16A-1F30-4CEB-A503-6EC934D4BBA5}" destId="{0A9C8B38-4950-4D1F-A9CD-3DAB1CC0D200}" srcOrd="0" destOrd="0" presId="urn:microsoft.com/office/officeart/2018/2/layout/IconCircleList"/>
    <dgm:cxn modelId="{C0274D7E-59C4-422E-85F4-013713E6E714}" type="presParOf" srcId="{0A9C8B38-4950-4D1F-A9CD-3DAB1CC0D200}" destId="{2E52ABC6-6DA7-4166-A54F-9493B81F582B}" srcOrd="0" destOrd="0" presId="urn:microsoft.com/office/officeart/2018/2/layout/IconCircleList"/>
    <dgm:cxn modelId="{9D82D248-541C-413F-B8AC-9F7E949D6DB5}" type="presParOf" srcId="{0A9C8B38-4950-4D1F-A9CD-3DAB1CC0D200}" destId="{4C69B4FE-727F-4C53-BC03-408B052CC8A0}" srcOrd="1" destOrd="0" presId="urn:microsoft.com/office/officeart/2018/2/layout/IconCircleList"/>
    <dgm:cxn modelId="{90F3187B-A3E9-4531-8008-9D9204B0B13B}" type="presParOf" srcId="{0A9C8B38-4950-4D1F-A9CD-3DAB1CC0D200}" destId="{21C01A54-25D5-46ED-A361-AB7CA8ABE3AA}" srcOrd="2" destOrd="0" presId="urn:microsoft.com/office/officeart/2018/2/layout/IconCircleList"/>
    <dgm:cxn modelId="{60D68969-5116-43C8-98A6-61EDDA3C1DDC}" type="presParOf" srcId="{0A9C8B38-4950-4D1F-A9CD-3DAB1CC0D200}" destId="{28ED65C0-A6B9-4921-A26B-E80E8C9731A6}" srcOrd="3" destOrd="0" presId="urn:microsoft.com/office/officeart/2018/2/layout/IconCircleList"/>
    <dgm:cxn modelId="{BE24EE24-02DE-4ECB-AED5-70BA29F33038}" type="presParOf" srcId="{DE56C16A-1F30-4CEB-A503-6EC934D4BBA5}" destId="{27F24084-30D9-41A0-80B0-4B5F9B8C330B}" srcOrd="1" destOrd="0" presId="urn:microsoft.com/office/officeart/2018/2/layout/IconCircleList"/>
    <dgm:cxn modelId="{2F294FC5-0151-4B47-A94E-0204993500E0}" type="presParOf" srcId="{DE56C16A-1F30-4CEB-A503-6EC934D4BBA5}" destId="{ADF692B2-15E1-4E37-82C0-483101FE5BC3}" srcOrd="2" destOrd="0" presId="urn:microsoft.com/office/officeart/2018/2/layout/IconCircleList"/>
    <dgm:cxn modelId="{61E14CB5-763D-41C9-916F-8DBBA34BC3DF}" type="presParOf" srcId="{ADF692B2-15E1-4E37-82C0-483101FE5BC3}" destId="{9F66B821-3EA6-452F-92F4-AF6B8389F916}" srcOrd="0" destOrd="0" presId="urn:microsoft.com/office/officeart/2018/2/layout/IconCircleList"/>
    <dgm:cxn modelId="{64618DE7-7984-44D0-A6F0-3436CB578AF2}" type="presParOf" srcId="{ADF692B2-15E1-4E37-82C0-483101FE5BC3}" destId="{DE56D202-CC28-4669-AC67-7B7D659E9F52}" srcOrd="1" destOrd="0" presId="urn:microsoft.com/office/officeart/2018/2/layout/IconCircleList"/>
    <dgm:cxn modelId="{121CC621-B20D-464A-BB96-B68379CA2AA9}" type="presParOf" srcId="{ADF692B2-15E1-4E37-82C0-483101FE5BC3}" destId="{81AE8E5D-4B61-46F4-8E85-3F3E70BC1469}" srcOrd="2" destOrd="0" presId="urn:microsoft.com/office/officeart/2018/2/layout/IconCircleList"/>
    <dgm:cxn modelId="{A3C5BC5F-11F4-4CED-B552-48A11D9CFAC7}" type="presParOf" srcId="{ADF692B2-15E1-4E37-82C0-483101FE5BC3}" destId="{70E5C730-92FE-41E6-87A3-621606B6D4D0}" srcOrd="3" destOrd="0" presId="urn:microsoft.com/office/officeart/2018/2/layout/IconCircleList"/>
    <dgm:cxn modelId="{B1C30646-116A-4328-A35F-D02BE055936B}" type="presParOf" srcId="{DE56C16A-1F30-4CEB-A503-6EC934D4BBA5}" destId="{21AFD2F6-8DCA-4639-B759-DE238585AF3D}" srcOrd="3" destOrd="0" presId="urn:microsoft.com/office/officeart/2018/2/layout/IconCircleList"/>
    <dgm:cxn modelId="{68F6A51D-155B-4815-9CEA-239C034F86E8}" type="presParOf" srcId="{DE56C16A-1F30-4CEB-A503-6EC934D4BBA5}" destId="{A8803E17-145F-4D44-B122-77B5D9E91A57}" srcOrd="4" destOrd="0" presId="urn:microsoft.com/office/officeart/2018/2/layout/IconCircleList"/>
    <dgm:cxn modelId="{C01D6A3A-6E24-4463-86CF-2D5069DF394D}" type="presParOf" srcId="{A8803E17-145F-4D44-B122-77B5D9E91A57}" destId="{6C4F4424-2A2E-4D20-B203-4604C8051D4E}" srcOrd="0" destOrd="0" presId="urn:microsoft.com/office/officeart/2018/2/layout/IconCircleList"/>
    <dgm:cxn modelId="{76DB98AE-8734-4257-AC02-02313376D9F7}" type="presParOf" srcId="{A8803E17-145F-4D44-B122-77B5D9E91A57}" destId="{9817969F-36E2-4BC2-8AF8-B03ABA11AB7E}" srcOrd="1" destOrd="0" presId="urn:microsoft.com/office/officeart/2018/2/layout/IconCircleList"/>
    <dgm:cxn modelId="{7F1C602F-6216-4DDC-BEC6-E1D2E50BA2F2}" type="presParOf" srcId="{A8803E17-145F-4D44-B122-77B5D9E91A57}" destId="{AA846C12-DAFB-4C9E-A412-F22976A49E3E}" srcOrd="2" destOrd="0" presId="urn:microsoft.com/office/officeart/2018/2/layout/IconCircleList"/>
    <dgm:cxn modelId="{A5EE21D5-2A14-4E7B-B2BC-EBF58A23CBEE}" type="presParOf" srcId="{A8803E17-145F-4D44-B122-77B5D9E91A57}" destId="{B7717178-C25B-4FB8-B558-6CCF40398952}" srcOrd="3" destOrd="0" presId="urn:microsoft.com/office/officeart/2018/2/layout/IconCircleList"/>
    <dgm:cxn modelId="{4B04903F-2C49-4F77-A30F-79EF1265AC68}" type="presParOf" srcId="{DE56C16A-1F30-4CEB-A503-6EC934D4BBA5}" destId="{FF615428-7B13-4C28-B970-EF2F9C01F593}" srcOrd="5" destOrd="0" presId="urn:microsoft.com/office/officeart/2018/2/layout/IconCircleList"/>
    <dgm:cxn modelId="{30F99287-1F03-4F1B-9BAF-06B76AEFD3D2}" type="presParOf" srcId="{DE56C16A-1F30-4CEB-A503-6EC934D4BBA5}" destId="{4F0001C8-6886-45D5-B3CB-F9E091F4085A}" srcOrd="6" destOrd="0" presId="urn:microsoft.com/office/officeart/2018/2/layout/IconCircleList"/>
    <dgm:cxn modelId="{936E9E65-1F9B-4A2F-BCD3-35C018E229B9}" type="presParOf" srcId="{4F0001C8-6886-45D5-B3CB-F9E091F4085A}" destId="{39C8DEDC-DB50-46BD-B9C4-BBF70C600332}" srcOrd="0" destOrd="0" presId="urn:microsoft.com/office/officeart/2018/2/layout/IconCircleList"/>
    <dgm:cxn modelId="{0E01A1B4-0589-4E7B-9B38-C94FD8168260}" type="presParOf" srcId="{4F0001C8-6886-45D5-B3CB-F9E091F4085A}" destId="{7BCB89EE-3356-4565-BD42-8ACE5DA8E356}" srcOrd="1" destOrd="0" presId="urn:microsoft.com/office/officeart/2018/2/layout/IconCircleList"/>
    <dgm:cxn modelId="{33EDDB69-E6BD-431E-B78C-88D94D9C3B94}" type="presParOf" srcId="{4F0001C8-6886-45D5-B3CB-F9E091F4085A}" destId="{3629857C-A0A2-49BC-B00A-438813EF0343}" srcOrd="2" destOrd="0" presId="urn:microsoft.com/office/officeart/2018/2/layout/IconCircleList"/>
    <dgm:cxn modelId="{98E333F0-1EA6-4054-9137-6788E185E4D3}" type="presParOf" srcId="{4F0001C8-6886-45D5-B3CB-F9E091F4085A}" destId="{F7B7F70B-5225-4471-90F3-35A384E46A72}" srcOrd="3" destOrd="0" presId="urn:microsoft.com/office/officeart/2018/2/layout/IconCircleList"/>
    <dgm:cxn modelId="{68A7F372-31B5-4528-B1CE-33C4C3605D4D}" type="presParOf" srcId="{DE56C16A-1F30-4CEB-A503-6EC934D4BBA5}" destId="{E6AAF6A0-843F-448B-8900-61D01F7447C2}" srcOrd="7" destOrd="0" presId="urn:microsoft.com/office/officeart/2018/2/layout/IconCircleList"/>
    <dgm:cxn modelId="{148A8471-5A78-4A2C-A38B-6E51E1E8D4E3}" type="presParOf" srcId="{DE56C16A-1F30-4CEB-A503-6EC934D4BBA5}" destId="{D63E9573-BC88-48CB-BEE9-A173AE481A22}" srcOrd="8" destOrd="0" presId="urn:microsoft.com/office/officeart/2018/2/layout/IconCircleList"/>
    <dgm:cxn modelId="{3A2BF3B6-B269-4FE2-BC57-1B5BA901862E}" type="presParOf" srcId="{D63E9573-BC88-48CB-BEE9-A173AE481A22}" destId="{67447E07-8506-45B5-8B00-1E2D450E0AC4}" srcOrd="0" destOrd="0" presId="urn:microsoft.com/office/officeart/2018/2/layout/IconCircleList"/>
    <dgm:cxn modelId="{C9B0C875-0AFE-4169-BF9C-4D60EE8B8A8E}" type="presParOf" srcId="{D63E9573-BC88-48CB-BEE9-A173AE481A22}" destId="{AD1BB132-0D3B-42B4-B69D-5463D0F23D03}" srcOrd="1" destOrd="0" presId="urn:microsoft.com/office/officeart/2018/2/layout/IconCircleList"/>
    <dgm:cxn modelId="{4110A223-FDEF-4E9F-A59A-775E6EE8B014}" type="presParOf" srcId="{D63E9573-BC88-48CB-BEE9-A173AE481A22}" destId="{859B3717-6A9C-4989-AA8C-082FD33CE27C}" srcOrd="2" destOrd="0" presId="urn:microsoft.com/office/officeart/2018/2/layout/IconCircleList"/>
    <dgm:cxn modelId="{76DA76D8-134B-4500-A175-6493837F8356}" type="presParOf" srcId="{D63E9573-BC88-48CB-BEE9-A173AE481A22}" destId="{D3A1C01F-8C47-4D40-B91D-A4207D41782E}" srcOrd="3" destOrd="0" presId="urn:microsoft.com/office/officeart/2018/2/layout/IconCircleList"/>
    <dgm:cxn modelId="{FDE00240-80FA-4733-8510-1C95A1FF44A2}" type="presParOf" srcId="{DE56C16A-1F30-4CEB-A503-6EC934D4BBA5}" destId="{19A15989-4A95-486A-9106-5F468101D482}" srcOrd="9" destOrd="0" presId="urn:microsoft.com/office/officeart/2018/2/layout/IconCircleList"/>
    <dgm:cxn modelId="{D138257A-4E12-4E6E-A398-1D4052361454}" type="presParOf" srcId="{DE56C16A-1F30-4CEB-A503-6EC934D4BBA5}" destId="{413978C7-ECC3-43DB-B009-D45C899CB0C9}" srcOrd="10" destOrd="0" presId="urn:microsoft.com/office/officeart/2018/2/layout/IconCircleList"/>
    <dgm:cxn modelId="{1E44F7EA-03FE-4C60-B69D-D0E4539FFF65}" type="presParOf" srcId="{413978C7-ECC3-43DB-B009-D45C899CB0C9}" destId="{F36DCD55-A0BC-4D3F-986B-E05F51575CF3}" srcOrd="0" destOrd="0" presId="urn:microsoft.com/office/officeart/2018/2/layout/IconCircleList"/>
    <dgm:cxn modelId="{1F0ED0FB-A610-4B96-AB1F-348BFF0FC403}" type="presParOf" srcId="{413978C7-ECC3-43DB-B009-D45C899CB0C9}" destId="{66B56219-2F49-4E53-8D5F-527AB2EFC63C}" srcOrd="1" destOrd="0" presId="urn:microsoft.com/office/officeart/2018/2/layout/IconCircleList"/>
    <dgm:cxn modelId="{16899060-1B52-41E4-A4B3-ECD9DB17D5E3}" type="presParOf" srcId="{413978C7-ECC3-43DB-B009-D45C899CB0C9}" destId="{0E78FD61-B96A-4DC2-A10D-C07E6FCE0622}" srcOrd="2" destOrd="0" presId="urn:microsoft.com/office/officeart/2018/2/layout/IconCircleList"/>
    <dgm:cxn modelId="{E6237CCC-791C-45D6-B8CE-2394EA538995}" type="presParOf" srcId="{413978C7-ECC3-43DB-B009-D45C899CB0C9}" destId="{14B3C61F-96E3-4148-99AF-A5D44D4FE327}" srcOrd="3" destOrd="0" presId="urn:microsoft.com/office/officeart/2018/2/layout/IconCircleList"/>
    <dgm:cxn modelId="{C698ED70-1836-476B-B00A-AD3CBD3C494E}" type="presParOf" srcId="{DE56C16A-1F30-4CEB-A503-6EC934D4BBA5}" destId="{67C4428F-DE40-42F0-B5BA-832F1F284FF0}" srcOrd="11" destOrd="0" presId="urn:microsoft.com/office/officeart/2018/2/layout/IconCircleList"/>
    <dgm:cxn modelId="{C1563914-CA0F-4D0B-A883-6141DBBB2541}" type="presParOf" srcId="{DE56C16A-1F30-4CEB-A503-6EC934D4BBA5}" destId="{B62350A5-C351-4877-B778-FDC06396EE12}" srcOrd="12" destOrd="0" presId="urn:microsoft.com/office/officeart/2018/2/layout/IconCircleList"/>
    <dgm:cxn modelId="{6AD3BCE6-580A-48B9-9982-671114C2742B}" type="presParOf" srcId="{B62350A5-C351-4877-B778-FDC06396EE12}" destId="{F0D3757F-AAF3-4400-9F38-DB84A307EABA}" srcOrd="0" destOrd="0" presId="urn:microsoft.com/office/officeart/2018/2/layout/IconCircleList"/>
    <dgm:cxn modelId="{6F772468-077D-403E-9555-7BA65D06C88A}" type="presParOf" srcId="{B62350A5-C351-4877-B778-FDC06396EE12}" destId="{0A6B2E4F-A272-4198-847A-4F31C15B164C}" srcOrd="1" destOrd="0" presId="urn:microsoft.com/office/officeart/2018/2/layout/IconCircleList"/>
    <dgm:cxn modelId="{B6B44817-D68A-4D3E-9847-307206ACCC97}" type="presParOf" srcId="{B62350A5-C351-4877-B778-FDC06396EE12}" destId="{F457CD71-938B-4F60-BDEF-742712102FFC}" srcOrd="2" destOrd="0" presId="urn:microsoft.com/office/officeart/2018/2/layout/IconCircleList"/>
    <dgm:cxn modelId="{69293B30-54F3-4970-9B71-9D352A867739}" type="presParOf" srcId="{B62350A5-C351-4877-B778-FDC06396EE12}" destId="{FC3D8A3E-929F-48C9-ABB2-66BBAC4335B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40C3B7-9171-4D33-962D-31AE2CDFC94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69C0FD-75B8-4149-B60D-C213CADB79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Create Clarity of organization roles &amp; responsibilities </a:t>
          </a:r>
          <a:endParaRPr lang="en-US" dirty="0"/>
        </a:p>
      </dgm:t>
    </dgm:pt>
    <dgm:pt modelId="{F8C61D6B-EA28-48FE-BA1A-D6A972BE2D53}" type="parTrans" cxnId="{E01E3913-F417-4D5A-8C91-27F61E581465}">
      <dgm:prSet/>
      <dgm:spPr/>
      <dgm:t>
        <a:bodyPr/>
        <a:lstStyle/>
        <a:p>
          <a:endParaRPr lang="en-US"/>
        </a:p>
      </dgm:t>
    </dgm:pt>
    <dgm:pt modelId="{693C8C77-589D-4997-B036-253E4A8DD977}" type="sibTrans" cxnId="{E01E3913-F417-4D5A-8C91-27F61E581465}">
      <dgm:prSet/>
      <dgm:spPr/>
      <dgm:t>
        <a:bodyPr/>
        <a:lstStyle/>
        <a:p>
          <a:endParaRPr lang="en-US"/>
        </a:p>
      </dgm:t>
    </dgm:pt>
    <dgm:pt modelId="{B78950CC-6DAB-49E1-963B-45FCBB84B4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Open &amp; transparent decision making</a:t>
          </a:r>
          <a:endParaRPr lang="en-US"/>
        </a:p>
      </dgm:t>
    </dgm:pt>
    <dgm:pt modelId="{BB1BA17B-3D9D-49DB-9088-06CAC4F28CFD}" type="parTrans" cxnId="{3410B2C7-6E90-47FC-9FA2-48C82C0F79D0}">
      <dgm:prSet/>
      <dgm:spPr/>
      <dgm:t>
        <a:bodyPr/>
        <a:lstStyle/>
        <a:p>
          <a:endParaRPr lang="en-US"/>
        </a:p>
      </dgm:t>
    </dgm:pt>
    <dgm:pt modelId="{CFAB58E6-CBA3-4015-B333-FDEC48577161}" type="sibTrans" cxnId="{3410B2C7-6E90-47FC-9FA2-48C82C0F79D0}">
      <dgm:prSet/>
      <dgm:spPr/>
      <dgm:t>
        <a:bodyPr/>
        <a:lstStyle/>
        <a:p>
          <a:endParaRPr lang="en-US"/>
        </a:p>
      </dgm:t>
    </dgm:pt>
    <dgm:pt modelId="{3307D53F-608A-4155-96D0-FC6AC61F30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Create &amp; demonstrate value to organization</a:t>
          </a:r>
          <a:endParaRPr lang="en-US" dirty="0"/>
        </a:p>
      </dgm:t>
    </dgm:pt>
    <dgm:pt modelId="{B88407CF-B059-4A1B-8908-F86E8D6312C2}" type="parTrans" cxnId="{6B3013C9-FAAB-4D09-92F8-4F43CC5D2B65}">
      <dgm:prSet/>
      <dgm:spPr/>
      <dgm:t>
        <a:bodyPr/>
        <a:lstStyle/>
        <a:p>
          <a:endParaRPr lang="en-US"/>
        </a:p>
      </dgm:t>
    </dgm:pt>
    <dgm:pt modelId="{E322A84D-F86F-445E-AE87-E07FDD2B420E}" type="sibTrans" cxnId="{6B3013C9-FAAB-4D09-92F8-4F43CC5D2B65}">
      <dgm:prSet/>
      <dgm:spPr/>
      <dgm:t>
        <a:bodyPr/>
        <a:lstStyle/>
        <a:p>
          <a:endParaRPr lang="en-US"/>
        </a:p>
      </dgm:t>
    </dgm:pt>
    <dgm:pt modelId="{60FC3EE4-5790-4177-91BE-D734BABDD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One unified purpose &amp; identity</a:t>
          </a:r>
          <a:endParaRPr lang="en-US"/>
        </a:p>
      </dgm:t>
    </dgm:pt>
    <dgm:pt modelId="{C752B6BC-87BF-4216-84CD-906B4BE7FA94}" type="parTrans" cxnId="{DA28E91F-3360-410E-8622-96DD909327E7}">
      <dgm:prSet/>
      <dgm:spPr/>
      <dgm:t>
        <a:bodyPr/>
        <a:lstStyle/>
        <a:p>
          <a:endParaRPr lang="en-US"/>
        </a:p>
      </dgm:t>
    </dgm:pt>
    <dgm:pt modelId="{852E5FF0-757C-49B9-B2A9-2A44066E8A03}" type="sibTrans" cxnId="{DA28E91F-3360-410E-8622-96DD909327E7}">
      <dgm:prSet/>
      <dgm:spPr/>
      <dgm:t>
        <a:bodyPr/>
        <a:lstStyle/>
        <a:p>
          <a:endParaRPr lang="en-US"/>
        </a:p>
      </dgm:t>
    </dgm:pt>
    <dgm:pt modelId="{E3FDB193-6D74-44AE-83C5-F880F7AF1C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Design for agility and integration</a:t>
          </a:r>
          <a:endParaRPr lang="en-US"/>
        </a:p>
      </dgm:t>
    </dgm:pt>
    <dgm:pt modelId="{510FB4BD-43CD-4E8B-8BDE-FC6EB0F0AFC6}" type="parTrans" cxnId="{52AFBBC4-A293-4AE5-B606-18D6D4179DF1}">
      <dgm:prSet/>
      <dgm:spPr/>
      <dgm:t>
        <a:bodyPr/>
        <a:lstStyle/>
        <a:p>
          <a:endParaRPr lang="en-US"/>
        </a:p>
      </dgm:t>
    </dgm:pt>
    <dgm:pt modelId="{1E4B81AC-6764-4DAF-8015-4DEA7C7C17D6}" type="sibTrans" cxnId="{52AFBBC4-A293-4AE5-B606-18D6D4179DF1}">
      <dgm:prSet/>
      <dgm:spPr/>
      <dgm:t>
        <a:bodyPr/>
        <a:lstStyle/>
        <a:p>
          <a:endParaRPr lang="en-US"/>
        </a:p>
      </dgm:t>
    </dgm:pt>
    <dgm:pt modelId="{8BAFA602-6686-4C25-9E3D-FFB6FD1ACC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Customer-centric decision making</a:t>
          </a:r>
          <a:endParaRPr lang="en-US"/>
        </a:p>
      </dgm:t>
    </dgm:pt>
    <dgm:pt modelId="{5FBB9F78-8EC0-4F47-9E03-5482A90EB5A6}" type="parTrans" cxnId="{2293D17C-DC40-4ACB-A835-261C4E3A48E4}">
      <dgm:prSet/>
      <dgm:spPr/>
      <dgm:t>
        <a:bodyPr/>
        <a:lstStyle/>
        <a:p>
          <a:endParaRPr lang="en-US"/>
        </a:p>
      </dgm:t>
    </dgm:pt>
    <dgm:pt modelId="{DB58E781-2F92-40F7-9726-2775674ACED3}" type="sibTrans" cxnId="{2293D17C-DC40-4ACB-A835-261C4E3A48E4}">
      <dgm:prSet/>
      <dgm:spPr/>
      <dgm:t>
        <a:bodyPr/>
        <a:lstStyle/>
        <a:p>
          <a:endParaRPr lang="en-US"/>
        </a:p>
      </dgm:t>
    </dgm:pt>
    <dgm:pt modelId="{4390DE78-2EB1-4492-9B06-E393279EC6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Governance while promoting innovation &amp; agility</a:t>
          </a:r>
          <a:endParaRPr lang="en-US" dirty="0"/>
        </a:p>
      </dgm:t>
    </dgm:pt>
    <dgm:pt modelId="{1C4C06F1-4C27-4999-90EE-1ECEE3275B96}" type="parTrans" cxnId="{0521B4E3-FF79-4EF1-B30F-E69C91C67B32}">
      <dgm:prSet/>
      <dgm:spPr/>
      <dgm:t>
        <a:bodyPr/>
        <a:lstStyle/>
        <a:p>
          <a:endParaRPr lang="en-US"/>
        </a:p>
      </dgm:t>
    </dgm:pt>
    <dgm:pt modelId="{A1929BCF-BEF4-42AE-94C3-E54899CA1278}" type="sibTrans" cxnId="{0521B4E3-FF79-4EF1-B30F-E69C91C67B32}">
      <dgm:prSet/>
      <dgm:spPr/>
      <dgm:t>
        <a:bodyPr/>
        <a:lstStyle/>
        <a:p>
          <a:endParaRPr lang="en-US"/>
        </a:p>
      </dgm:t>
    </dgm:pt>
    <dgm:pt modelId="{EF3C05A1-F353-4ADA-A127-3A2762A26F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People, Talent &amp; Capability First</a:t>
          </a:r>
          <a:endParaRPr lang="en-US"/>
        </a:p>
      </dgm:t>
    </dgm:pt>
    <dgm:pt modelId="{71DB3885-2D98-4B10-BA1F-7EB4057E5528}" type="parTrans" cxnId="{CAD52E3A-2C2B-4695-B1FB-4B02DFE7D3F8}">
      <dgm:prSet/>
      <dgm:spPr/>
      <dgm:t>
        <a:bodyPr/>
        <a:lstStyle/>
        <a:p>
          <a:endParaRPr lang="en-US"/>
        </a:p>
      </dgm:t>
    </dgm:pt>
    <dgm:pt modelId="{0BB10456-5E6E-4D06-B32B-8AFF1E8039E8}" type="sibTrans" cxnId="{CAD52E3A-2C2B-4695-B1FB-4B02DFE7D3F8}">
      <dgm:prSet/>
      <dgm:spPr/>
      <dgm:t>
        <a:bodyPr/>
        <a:lstStyle/>
        <a:p>
          <a:endParaRPr lang="en-US"/>
        </a:p>
      </dgm:t>
    </dgm:pt>
    <dgm:pt modelId="{402C1798-725F-44BB-8114-C42E3B347D0A}" type="pres">
      <dgm:prSet presAssocID="{4140C3B7-9171-4D33-962D-31AE2CDFC94E}" presName="vert0" presStyleCnt="0">
        <dgm:presLayoutVars>
          <dgm:dir/>
          <dgm:animOne val="branch"/>
          <dgm:animLvl val="lvl"/>
        </dgm:presLayoutVars>
      </dgm:prSet>
      <dgm:spPr/>
    </dgm:pt>
    <dgm:pt modelId="{D9D6F0A4-CE1C-4E8B-8DE1-8A2D3439AFA8}" type="pres">
      <dgm:prSet presAssocID="{CA69C0FD-75B8-4149-B60D-C213CADB7940}" presName="thickLine" presStyleLbl="alignNode1" presStyleIdx="0" presStyleCnt="8"/>
      <dgm:spPr/>
    </dgm:pt>
    <dgm:pt modelId="{E7DF7E68-494C-4DD2-9AF1-B75664F71250}" type="pres">
      <dgm:prSet presAssocID="{CA69C0FD-75B8-4149-B60D-C213CADB7940}" presName="horz1" presStyleCnt="0"/>
      <dgm:spPr/>
    </dgm:pt>
    <dgm:pt modelId="{2820DDF9-E582-4723-A6E6-4385FFADD395}" type="pres">
      <dgm:prSet presAssocID="{CA69C0FD-75B8-4149-B60D-C213CADB7940}" presName="tx1" presStyleLbl="revTx" presStyleIdx="0" presStyleCnt="8"/>
      <dgm:spPr/>
    </dgm:pt>
    <dgm:pt modelId="{E6F5A652-16EE-4293-9568-FF02A0054B63}" type="pres">
      <dgm:prSet presAssocID="{CA69C0FD-75B8-4149-B60D-C213CADB7940}" presName="vert1" presStyleCnt="0"/>
      <dgm:spPr/>
    </dgm:pt>
    <dgm:pt modelId="{639D3BD4-1D11-45E8-8124-1A1450577AD7}" type="pres">
      <dgm:prSet presAssocID="{B78950CC-6DAB-49E1-963B-45FCBB84B412}" presName="thickLine" presStyleLbl="alignNode1" presStyleIdx="1" presStyleCnt="8"/>
      <dgm:spPr/>
    </dgm:pt>
    <dgm:pt modelId="{73C30F36-BBB6-434D-97D9-91885D6F332F}" type="pres">
      <dgm:prSet presAssocID="{B78950CC-6DAB-49E1-963B-45FCBB84B412}" presName="horz1" presStyleCnt="0"/>
      <dgm:spPr/>
    </dgm:pt>
    <dgm:pt modelId="{EB4FBDA7-7D74-4BAD-B6DC-3C252E22C56B}" type="pres">
      <dgm:prSet presAssocID="{B78950CC-6DAB-49E1-963B-45FCBB84B412}" presName="tx1" presStyleLbl="revTx" presStyleIdx="1" presStyleCnt="8"/>
      <dgm:spPr/>
    </dgm:pt>
    <dgm:pt modelId="{E525B241-E731-4595-99BF-1924F0173089}" type="pres">
      <dgm:prSet presAssocID="{B78950CC-6DAB-49E1-963B-45FCBB84B412}" presName="vert1" presStyleCnt="0"/>
      <dgm:spPr/>
    </dgm:pt>
    <dgm:pt modelId="{C9EF754B-2D67-49C1-9886-EE76A4C6DD1E}" type="pres">
      <dgm:prSet presAssocID="{3307D53F-608A-4155-96D0-FC6AC61F3075}" presName="thickLine" presStyleLbl="alignNode1" presStyleIdx="2" presStyleCnt="8"/>
      <dgm:spPr/>
    </dgm:pt>
    <dgm:pt modelId="{C79F24A4-E49E-47A5-B92A-400718D10D6A}" type="pres">
      <dgm:prSet presAssocID="{3307D53F-608A-4155-96D0-FC6AC61F3075}" presName="horz1" presStyleCnt="0"/>
      <dgm:spPr/>
    </dgm:pt>
    <dgm:pt modelId="{213A0A26-FDA8-48BA-B946-18A0CDD70C88}" type="pres">
      <dgm:prSet presAssocID="{3307D53F-608A-4155-96D0-FC6AC61F3075}" presName="tx1" presStyleLbl="revTx" presStyleIdx="2" presStyleCnt="8"/>
      <dgm:spPr/>
    </dgm:pt>
    <dgm:pt modelId="{7AC801C1-A58A-43A3-BE50-1F095EF40A26}" type="pres">
      <dgm:prSet presAssocID="{3307D53F-608A-4155-96D0-FC6AC61F3075}" presName="vert1" presStyleCnt="0"/>
      <dgm:spPr/>
    </dgm:pt>
    <dgm:pt modelId="{C2C97C73-636B-426F-8EED-C24BE2E01C8C}" type="pres">
      <dgm:prSet presAssocID="{60FC3EE4-5790-4177-91BE-D734BABDD98C}" presName="thickLine" presStyleLbl="alignNode1" presStyleIdx="3" presStyleCnt="8"/>
      <dgm:spPr/>
    </dgm:pt>
    <dgm:pt modelId="{B1EA8057-AAF0-4117-B06D-88E040CA6AE7}" type="pres">
      <dgm:prSet presAssocID="{60FC3EE4-5790-4177-91BE-D734BABDD98C}" presName="horz1" presStyleCnt="0"/>
      <dgm:spPr/>
    </dgm:pt>
    <dgm:pt modelId="{04D50E82-42F2-49B2-89B3-C2D923C7F561}" type="pres">
      <dgm:prSet presAssocID="{60FC3EE4-5790-4177-91BE-D734BABDD98C}" presName="tx1" presStyleLbl="revTx" presStyleIdx="3" presStyleCnt="8"/>
      <dgm:spPr/>
    </dgm:pt>
    <dgm:pt modelId="{2DF95B9E-3476-4578-AB48-EA0FE5C22E75}" type="pres">
      <dgm:prSet presAssocID="{60FC3EE4-5790-4177-91BE-D734BABDD98C}" presName="vert1" presStyleCnt="0"/>
      <dgm:spPr/>
    </dgm:pt>
    <dgm:pt modelId="{3FFDC70F-709F-41E1-9778-A9625FB1B0E0}" type="pres">
      <dgm:prSet presAssocID="{E3FDB193-6D74-44AE-83C5-F880F7AF1C72}" presName="thickLine" presStyleLbl="alignNode1" presStyleIdx="4" presStyleCnt="8"/>
      <dgm:spPr/>
    </dgm:pt>
    <dgm:pt modelId="{545F00B3-713F-456C-BC04-151138DCA049}" type="pres">
      <dgm:prSet presAssocID="{E3FDB193-6D74-44AE-83C5-F880F7AF1C72}" presName="horz1" presStyleCnt="0"/>
      <dgm:spPr/>
    </dgm:pt>
    <dgm:pt modelId="{F15643B3-2213-4B17-9F85-7F3863D3F175}" type="pres">
      <dgm:prSet presAssocID="{E3FDB193-6D74-44AE-83C5-F880F7AF1C72}" presName="tx1" presStyleLbl="revTx" presStyleIdx="4" presStyleCnt="8"/>
      <dgm:spPr/>
    </dgm:pt>
    <dgm:pt modelId="{D380ACBF-A794-487F-A007-82566762D0BF}" type="pres">
      <dgm:prSet presAssocID="{E3FDB193-6D74-44AE-83C5-F880F7AF1C72}" presName="vert1" presStyleCnt="0"/>
      <dgm:spPr/>
    </dgm:pt>
    <dgm:pt modelId="{900D2D9E-803B-4DB2-A0AF-8292878986D6}" type="pres">
      <dgm:prSet presAssocID="{8BAFA602-6686-4C25-9E3D-FFB6FD1ACCBC}" presName="thickLine" presStyleLbl="alignNode1" presStyleIdx="5" presStyleCnt="8"/>
      <dgm:spPr/>
    </dgm:pt>
    <dgm:pt modelId="{28B6762C-5A14-46E6-ADC5-5A633E043878}" type="pres">
      <dgm:prSet presAssocID="{8BAFA602-6686-4C25-9E3D-FFB6FD1ACCBC}" presName="horz1" presStyleCnt="0"/>
      <dgm:spPr/>
    </dgm:pt>
    <dgm:pt modelId="{38FA3CA4-147A-4866-AEB1-8305742B4A03}" type="pres">
      <dgm:prSet presAssocID="{8BAFA602-6686-4C25-9E3D-FFB6FD1ACCBC}" presName="tx1" presStyleLbl="revTx" presStyleIdx="5" presStyleCnt="8"/>
      <dgm:spPr/>
    </dgm:pt>
    <dgm:pt modelId="{0F37C6B7-855B-419B-8CD1-0D8E97DEC8CA}" type="pres">
      <dgm:prSet presAssocID="{8BAFA602-6686-4C25-9E3D-FFB6FD1ACCBC}" presName="vert1" presStyleCnt="0"/>
      <dgm:spPr/>
    </dgm:pt>
    <dgm:pt modelId="{C271A557-0AE3-40CC-9882-F219A4FABDEB}" type="pres">
      <dgm:prSet presAssocID="{4390DE78-2EB1-4492-9B06-E393279EC6C3}" presName="thickLine" presStyleLbl="alignNode1" presStyleIdx="6" presStyleCnt="8"/>
      <dgm:spPr/>
    </dgm:pt>
    <dgm:pt modelId="{6BCEDB5B-3162-4C4D-BB5C-B19527629BD8}" type="pres">
      <dgm:prSet presAssocID="{4390DE78-2EB1-4492-9B06-E393279EC6C3}" presName="horz1" presStyleCnt="0"/>
      <dgm:spPr/>
    </dgm:pt>
    <dgm:pt modelId="{ACA99EA2-01EB-4ABF-853E-11E4002E03E9}" type="pres">
      <dgm:prSet presAssocID="{4390DE78-2EB1-4492-9B06-E393279EC6C3}" presName="tx1" presStyleLbl="revTx" presStyleIdx="6" presStyleCnt="8"/>
      <dgm:spPr/>
    </dgm:pt>
    <dgm:pt modelId="{B8A52DD1-B28F-4389-B689-6361ED1DED91}" type="pres">
      <dgm:prSet presAssocID="{4390DE78-2EB1-4492-9B06-E393279EC6C3}" presName="vert1" presStyleCnt="0"/>
      <dgm:spPr/>
    </dgm:pt>
    <dgm:pt modelId="{EA63A2C9-219E-4AB3-AE88-32F1934C061E}" type="pres">
      <dgm:prSet presAssocID="{EF3C05A1-F353-4ADA-A127-3A2762A26F06}" presName="thickLine" presStyleLbl="alignNode1" presStyleIdx="7" presStyleCnt="8"/>
      <dgm:spPr/>
    </dgm:pt>
    <dgm:pt modelId="{388FADDD-3F3D-4941-9AD2-68F58DA96018}" type="pres">
      <dgm:prSet presAssocID="{EF3C05A1-F353-4ADA-A127-3A2762A26F06}" presName="horz1" presStyleCnt="0"/>
      <dgm:spPr/>
    </dgm:pt>
    <dgm:pt modelId="{07D7A056-1982-425B-AA56-C552D654474E}" type="pres">
      <dgm:prSet presAssocID="{EF3C05A1-F353-4ADA-A127-3A2762A26F06}" presName="tx1" presStyleLbl="revTx" presStyleIdx="7" presStyleCnt="8"/>
      <dgm:spPr/>
    </dgm:pt>
    <dgm:pt modelId="{4D806DAE-F933-42D1-A8CD-373B1E63D144}" type="pres">
      <dgm:prSet presAssocID="{EF3C05A1-F353-4ADA-A127-3A2762A26F06}" presName="vert1" presStyleCnt="0"/>
      <dgm:spPr/>
    </dgm:pt>
  </dgm:ptLst>
  <dgm:cxnLst>
    <dgm:cxn modelId="{E604FB0D-0161-4578-8F71-1BAC71AD1F13}" type="presOf" srcId="{60FC3EE4-5790-4177-91BE-D734BABDD98C}" destId="{04D50E82-42F2-49B2-89B3-C2D923C7F561}" srcOrd="0" destOrd="0" presId="urn:microsoft.com/office/officeart/2008/layout/LinedList"/>
    <dgm:cxn modelId="{E01E3913-F417-4D5A-8C91-27F61E581465}" srcId="{4140C3B7-9171-4D33-962D-31AE2CDFC94E}" destId="{CA69C0FD-75B8-4149-B60D-C213CADB7940}" srcOrd="0" destOrd="0" parTransId="{F8C61D6B-EA28-48FE-BA1A-D6A972BE2D53}" sibTransId="{693C8C77-589D-4997-B036-253E4A8DD977}"/>
    <dgm:cxn modelId="{DA28E91F-3360-410E-8622-96DD909327E7}" srcId="{4140C3B7-9171-4D33-962D-31AE2CDFC94E}" destId="{60FC3EE4-5790-4177-91BE-D734BABDD98C}" srcOrd="3" destOrd="0" parTransId="{C752B6BC-87BF-4216-84CD-906B4BE7FA94}" sibTransId="{852E5FF0-757C-49B9-B2A9-2A44066E8A03}"/>
    <dgm:cxn modelId="{AE152321-D747-45FF-93F4-B96B2910BC06}" type="presOf" srcId="{EF3C05A1-F353-4ADA-A127-3A2762A26F06}" destId="{07D7A056-1982-425B-AA56-C552D654474E}" srcOrd="0" destOrd="0" presId="urn:microsoft.com/office/officeart/2008/layout/LinedList"/>
    <dgm:cxn modelId="{1B5CC026-4F5A-4AE0-B334-A9CBF9ABE9A8}" type="presOf" srcId="{E3FDB193-6D74-44AE-83C5-F880F7AF1C72}" destId="{F15643B3-2213-4B17-9F85-7F3863D3F175}" srcOrd="0" destOrd="0" presId="urn:microsoft.com/office/officeart/2008/layout/LinedList"/>
    <dgm:cxn modelId="{CAD52E3A-2C2B-4695-B1FB-4B02DFE7D3F8}" srcId="{4140C3B7-9171-4D33-962D-31AE2CDFC94E}" destId="{EF3C05A1-F353-4ADA-A127-3A2762A26F06}" srcOrd="7" destOrd="0" parTransId="{71DB3885-2D98-4B10-BA1F-7EB4057E5528}" sibTransId="{0BB10456-5E6E-4D06-B32B-8AFF1E8039E8}"/>
    <dgm:cxn modelId="{218B0A61-8653-4A69-B8D4-77E1D3CE741D}" type="presOf" srcId="{4390DE78-2EB1-4492-9B06-E393279EC6C3}" destId="{ACA99EA2-01EB-4ABF-853E-11E4002E03E9}" srcOrd="0" destOrd="0" presId="urn:microsoft.com/office/officeart/2008/layout/LinedList"/>
    <dgm:cxn modelId="{ECB48477-99C0-4648-8760-137FAB770DC2}" type="presOf" srcId="{3307D53F-608A-4155-96D0-FC6AC61F3075}" destId="{213A0A26-FDA8-48BA-B946-18A0CDD70C88}" srcOrd="0" destOrd="0" presId="urn:microsoft.com/office/officeart/2008/layout/LinedList"/>
    <dgm:cxn modelId="{1D20867A-81FF-49B4-A86A-3AD2E4B83F00}" type="presOf" srcId="{B78950CC-6DAB-49E1-963B-45FCBB84B412}" destId="{EB4FBDA7-7D74-4BAD-B6DC-3C252E22C56B}" srcOrd="0" destOrd="0" presId="urn:microsoft.com/office/officeart/2008/layout/LinedList"/>
    <dgm:cxn modelId="{2293D17C-DC40-4ACB-A835-261C4E3A48E4}" srcId="{4140C3B7-9171-4D33-962D-31AE2CDFC94E}" destId="{8BAFA602-6686-4C25-9E3D-FFB6FD1ACCBC}" srcOrd="5" destOrd="0" parTransId="{5FBB9F78-8EC0-4F47-9E03-5482A90EB5A6}" sibTransId="{DB58E781-2F92-40F7-9726-2775674ACED3}"/>
    <dgm:cxn modelId="{737A40C2-F6EF-4AE2-BCA8-5BE7C4D27EA6}" type="presOf" srcId="{8BAFA602-6686-4C25-9E3D-FFB6FD1ACCBC}" destId="{38FA3CA4-147A-4866-AEB1-8305742B4A03}" srcOrd="0" destOrd="0" presId="urn:microsoft.com/office/officeart/2008/layout/LinedList"/>
    <dgm:cxn modelId="{52AFBBC4-A293-4AE5-B606-18D6D4179DF1}" srcId="{4140C3B7-9171-4D33-962D-31AE2CDFC94E}" destId="{E3FDB193-6D74-44AE-83C5-F880F7AF1C72}" srcOrd="4" destOrd="0" parTransId="{510FB4BD-43CD-4E8B-8BDE-FC6EB0F0AFC6}" sibTransId="{1E4B81AC-6764-4DAF-8015-4DEA7C7C17D6}"/>
    <dgm:cxn modelId="{3410B2C7-6E90-47FC-9FA2-48C82C0F79D0}" srcId="{4140C3B7-9171-4D33-962D-31AE2CDFC94E}" destId="{B78950CC-6DAB-49E1-963B-45FCBB84B412}" srcOrd="1" destOrd="0" parTransId="{BB1BA17B-3D9D-49DB-9088-06CAC4F28CFD}" sibTransId="{CFAB58E6-CBA3-4015-B333-FDEC48577161}"/>
    <dgm:cxn modelId="{6B3013C9-FAAB-4D09-92F8-4F43CC5D2B65}" srcId="{4140C3B7-9171-4D33-962D-31AE2CDFC94E}" destId="{3307D53F-608A-4155-96D0-FC6AC61F3075}" srcOrd="2" destOrd="0" parTransId="{B88407CF-B059-4A1B-8908-F86E8D6312C2}" sibTransId="{E322A84D-F86F-445E-AE87-E07FDD2B420E}"/>
    <dgm:cxn modelId="{7B9C44DD-C73F-429C-BDD2-F02022D4E973}" type="presOf" srcId="{4140C3B7-9171-4D33-962D-31AE2CDFC94E}" destId="{402C1798-725F-44BB-8114-C42E3B347D0A}" srcOrd="0" destOrd="0" presId="urn:microsoft.com/office/officeart/2008/layout/LinedList"/>
    <dgm:cxn modelId="{B59E24E2-658D-489F-89D5-1DD519F23590}" type="presOf" srcId="{CA69C0FD-75B8-4149-B60D-C213CADB7940}" destId="{2820DDF9-E582-4723-A6E6-4385FFADD395}" srcOrd="0" destOrd="0" presId="urn:microsoft.com/office/officeart/2008/layout/LinedList"/>
    <dgm:cxn modelId="{0521B4E3-FF79-4EF1-B30F-E69C91C67B32}" srcId="{4140C3B7-9171-4D33-962D-31AE2CDFC94E}" destId="{4390DE78-2EB1-4492-9B06-E393279EC6C3}" srcOrd="6" destOrd="0" parTransId="{1C4C06F1-4C27-4999-90EE-1ECEE3275B96}" sibTransId="{A1929BCF-BEF4-42AE-94C3-E54899CA1278}"/>
    <dgm:cxn modelId="{6A7732F9-7BDE-49F6-84A1-CD0E24486DF4}" type="presParOf" srcId="{402C1798-725F-44BB-8114-C42E3B347D0A}" destId="{D9D6F0A4-CE1C-4E8B-8DE1-8A2D3439AFA8}" srcOrd="0" destOrd="0" presId="urn:microsoft.com/office/officeart/2008/layout/LinedList"/>
    <dgm:cxn modelId="{6264E9C6-4778-43B7-A840-F84639F8904E}" type="presParOf" srcId="{402C1798-725F-44BB-8114-C42E3B347D0A}" destId="{E7DF7E68-494C-4DD2-9AF1-B75664F71250}" srcOrd="1" destOrd="0" presId="urn:microsoft.com/office/officeart/2008/layout/LinedList"/>
    <dgm:cxn modelId="{9A0F7D35-40C7-4153-A1CA-4308FD0A90EB}" type="presParOf" srcId="{E7DF7E68-494C-4DD2-9AF1-B75664F71250}" destId="{2820DDF9-E582-4723-A6E6-4385FFADD395}" srcOrd="0" destOrd="0" presId="urn:microsoft.com/office/officeart/2008/layout/LinedList"/>
    <dgm:cxn modelId="{94FF7B0E-1334-4D9E-A8C1-353208E4DDBB}" type="presParOf" srcId="{E7DF7E68-494C-4DD2-9AF1-B75664F71250}" destId="{E6F5A652-16EE-4293-9568-FF02A0054B63}" srcOrd="1" destOrd="0" presId="urn:microsoft.com/office/officeart/2008/layout/LinedList"/>
    <dgm:cxn modelId="{6A7A5258-F396-413A-BCAC-B96C3A2EBFFF}" type="presParOf" srcId="{402C1798-725F-44BB-8114-C42E3B347D0A}" destId="{639D3BD4-1D11-45E8-8124-1A1450577AD7}" srcOrd="2" destOrd="0" presId="urn:microsoft.com/office/officeart/2008/layout/LinedList"/>
    <dgm:cxn modelId="{6E1BC0B8-60E8-4DAB-92E2-6CF011147701}" type="presParOf" srcId="{402C1798-725F-44BB-8114-C42E3B347D0A}" destId="{73C30F36-BBB6-434D-97D9-91885D6F332F}" srcOrd="3" destOrd="0" presId="urn:microsoft.com/office/officeart/2008/layout/LinedList"/>
    <dgm:cxn modelId="{EE4C96E5-18FD-4A69-B8EA-7199A5F4168C}" type="presParOf" srcId="{73C30F36-BBB6-434D-97D9-91885D6F332F}" destId="{EB4FBDA7-7D74-4BAD-B6DC-3C252E22C56B}" srcOrd="0" destOrd="0" presId="urn:microsoft.com/office/officeart/2008/layout/LinedList"/>
    <dgm:cxn modelId="{78DE475F-5936-43F6-B0D4-E47CE5015F3B}" type="presParOf" srcId="{73C30F36-BBB6-434D-97D9-91885D6F332F}" destId="{E525B241-E731-4595-99BF-1924F0173089}" srcOrd="1" destOrd="0" presId="urn:microsoft.com/office/officeart/2008/layout/LinedList"/>
    <dgm:cxn modelId="{C213A43C-F5A9-410C-8D69-06D4B755F057}" type="presParOf" srcId="{402C1798-725F-44BB-8114-C42E3B347D0A}" destId="{C9EF754B-2D67-49C1-9886-EE76A4C6DD1E}" srcOrd="4" destOrd="0" presId="urn:microsoft.com/office/officeart/2008/layout/LinedList"/>
    <dgm:cxn modelId="{A5457FA8-E4A0-4439-90DB-AAC32CD2203A}" type="presParOf" srcId="{402C1798-725F-44BB-8114-C42E3B347D0A}" destId="{C79F24A4-E49E-47A5-B92A-400718D10D6A}" srcOrd="5" destOrd="0" presId="urn:microsoft.com/office/officeart/2008/layout/LinedList"/>
    <dgm:cxn modelId="{A6A216DA-CDD0-4AC5-8E84-A02FD32F9E8E}" type="presParOf" srcId="{C79F24A4-E49E-47A5-B92A-400718D10D6A}" destId="{213A0A26-FDA8-48BA-B946-18A0CDD70C88}" srcOrd="0" destOrd="0" presId="urn:microsoft.com/office/officeart/2008/layout/LinedList"/>
    <dgm:cxn modelId="{B46F2DFD-9403-4BA6-BD0B-BDEF7F32616C}" type="presParOf" srcId="{C79F24A4-E49E-47A5-B92A-400718D10D6A}" destId="{7AC801C1-A58A-43A3-BE50-1F095EF40A26}" srcOrd="1" destOrd="0" presId="urn:microsoft.com/office/officeart/2008/layout/LinedList"/>
    <dgm:cxn modelId="{D2D29AD2-8F3B-494B-8D31-C90A76146241}" type="presParOf" srcId="{402C1798-725F-44BB-8114-C42E3B347D0A}" destId="{C2C97C73-636B-426F-8EED-C24BE2E01C8C}" srcOrd="6" destOrd="0" presId="urn:microsoft.com/office/officeart/2008/layout/LinedList"/>
    <dgm:cxn modelId="{B2A222EA-3B84-47BB-AAA8-94D8177019DD}" type="presParOf" srcId="{402C1798-725F-44BB-8114-C42E3B347D0A}" destId="{B1EA8057-AAF0-4117-B06D-88E040CA6AE7}" srcOrd="7" destOrd="0" presId="urn:microsoft.com/office/officeart/2008/layout/LinedList"/>
    <dgm:cxn modelId="{44633800-CD1A-444D-BBE4-B06F1CA1D281}" type="presParOf" srcId="{B1EA8057-AAF0-4117-B06D-88E040CA6AE7}" destId="{04D50E82-42F2-49B2-89B3-C2D923C7F561}" srcOrd="0" destOrd="0" presId="urn:microsoft.com/office/officeart/2008/layout/LinedList"/>
    <dgm:cxn modelId="{7956D5D0-777E-4185-B694-A9D4FA354034}" type="presParOf" srcId="{B1EA8057-AAF0-4117-B06D-88E040CA6AE7}" destId="{2DF95B9E-3476-4578-AB48-EA0FE5C22E75}" srcOrd="1" destOrd="0" presId="urn:microsoft.com/office/officeart/2008/layout/LinedList"/>
    <dgm:cxn modelId="{6A0FF454-B8C5-4717-A99D-FF5442C878D8}" type="presParOf" srcId="{402C1798-725F-44BB-8114-C42E3B347D0A}" destId="{3FFDC70F-709F-41E1-9778-A9625FB1B0E0}" srcOrd="8" destOrd="0" presId="urn:microsoft.com/office/officeart/2008/layout/LinedList"/>
    <dgm:cxn modelId="{912B8532-2308-43D3-ACEC-0A94B5795AB9}" type="presParOf" srcId="{402C1798-725F-44BB-8114-C42E3B347D0A}" destId="{545F00B3-713F-456C-BC04-151138DCA049}" srcOrd="9" destOrd="0" presId="urn:microsoft.com/office/officeart/2008/layout/LinedList"/>
    <dgm:cxn modelId="{2B6B6A22-5D05-4F06-A788-E4F02112B537}" type="presParOf" srcId="{545F00B3-713F-456C-BC04-151138DCA049}" destId="{F15643B3-2213-4B17-9F85-7F3863D3F175}" srcOrd="0" destOrd="0" presId="urn:microsoft.com/office/officeart/2008/layout/LinedList"/>
    <dgm:cxn modelId="{96714D82-7DB3-436F-8129-2F5B0BE0A1E5}" type="presParOf" srcId="{545F00B3-713F-456C-BC04-151138DCA049}" destId="{D380ACBF-A794-487F-A007-82566762D0BF}" srcOrd="1" destOrd="0" presId="urn:microsoft.com/office/officeart/2008/layout/LinedList"/>
    <dgm:cxn modelId="{1BDEED53-3C75-4F68-9D6D-3C7BCB159E04}" type="presParOf" srcId="{402C1798-725F-44BB-8114-C42E3B347D0A}" destId="{900D2D9E-803B-4DB2-A0AF-8292878986D6}" srcOrd="10" destOrd="0" presId="urn:microsoft.com/office/officeart/2008/layout/LinedList"/>
    <dgm:cxn modelId="{00FA8CB4-442D-4F40-85AE-FD456530EC57}" type="presParOf" srcId="{402C1798-725F-44BB-8114-C42E3B347D0A}" destId="{28B6762C-5A14-46E6-ADC5-5A633E043878}" srcOrd="11" destOrd="0" presId="urn:microsoft.com/office/officeart/2008/layout/LinedList"/>
    <dgm:cxn modelId="{FD9FD531-8A41-4488-9C27-101B39962A8C}" type="presParOf" srcId="{28B6762C-5A14-46E6-ADC5-5A633E043878}" destId="{38FA3CA4-147A-4866-AEB1-8305742B4A03}" srcOrd="0" destOrd="0" presId="urn:microsoft.com/office/officeart/2008/layout/LinedList"/>
    <dgm:cxn modelId="{FFE8285D-3FF8-4732-89A1-8D68F61429C8}" type="presParOf" srcId="{28B6762C-5A14-46E6-ADC5-5A633E043878}" destId="{0F37C6B7-855B-419B-8CD1-0D8E97DEC8CA}" srcOrd="1" destOrd="0" presId="urn:microsoft.com/office/officeart/2008/layout/LinedList"/>
    <dgm:cxn modelId="{5654800D-349D-48E9-9302-53AE2A912395}" type="presParOf" srcId="{402C1798-725F-44BB-8114-C42E3B347D0A}" destId="{C271A557-0AE3-40CC-9882-F219A4FABDEB}" srcOrd="12" destOrd="0" presId="urn:microsoft.com/office/officeart/2008/layout/LinedList"/>
    <dgm:cxn modelId="{CB93EC3B-2F23-423E-A701-4956A9CBF17F}" type="presParOf" srcId="{402C1798-725F-44BB-8114-C42E3B347D0A}" destId="{6BCEDB5B-3162-4C4D-BB5C-B19527629BD8}" srcOrd="13" destOrd="0" presId="urn:microsoft.com/office/officeart/2008/layout/LinedList"/>
    <dgm:cxn modelId="{86D94841-757E-473C-800C-AF8BB0DB77E0}" type="presParOf" srcId="{6BCEDB5B-3162-4C4D-BB5C-B19527629BD8}" destId="{ACA99EA2-01EB-4ABF-853E-11E4002E03E9}" srcOrd="0" destOrd="0" presId="urn:microsoft.com/office/officeart/2008/layout/LinedList"/>
    <dgm:cxn modelId="{42FB4118-7007-4AFF-B40F-74D61BA6DCF8}" type="presParOf" srcId="{6BCEDB5B-3162-4C4D-BB5C-B19527629BD8}" destId="{B8A52DD1-B28F-4389-B689-6361ED1DED91}" srcOrd="1" destOrd="0" presId="urn:microsoft.com/office/officeart/2008/layout/LinedList"/>
    <dgm:cxn modelId="{002B4215-CF26-45A2-B50F-82E20ED8FF6E}" type="presParOf" srcId="{402C1798-725F-44BB-8114-C42E3B347D0A}" destId="{EA63A2C9-219E-4AB3-AE88-32F1934C061E}" srcOrd="14" destOrd="0" presId="urn:microsoft.com/office/officeart/2008/layout/LinedList"/>
    <dgm:cxn modelId="{64C5881C-4F3D-4B7B-800E-D8368C1A81D6}" type="presParOf" srcId="{402C1798-725F-44BB-8114-C42E3B347D0A}" destId="{388FADDD-3F3D-4941-9AD2-68F58DA96018}" srcOrd="15" destOrd="0" presId="urn:microsoft.com/office/officeart/2008/layout/LinedList"/>
    <dgm:cxn modelId="{7C31A9D4-93FF-4989-829F-74EA8EBF6456}" type="presParOf" srcId="{388FADDD-3F3D-4941-9AD2-68F58DA96018}" destId="{07D7A056-1982-425B-AA56-C552D654474E}" srcOrd="0" destOrd="0" presId="urn:microsoft.com/office/officeart/2008/layout/LinedList"/>
    <dgm:cxn modelId="{93824BE0-5E8B-4C46-AA95-7B2DFF3E2069}" type="presParOf" srcId="{388FADDD-3F3D-4941-9AD2-68F58DA96018}" destId="{4D806DAE-F933-42D1-A8CD-373B1E63D14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2F6DE-08A5-44CD-B9A6-C71A069ABADC}">
      <dsp:nvSpPr>
        <dsp:cNvPr id="0" name=""/>
        <dsp:cNvSpPr/>
      </dsp:nvSpPr>
      <dsp:spPr>
        <a:xfrm>
          <a:off x="2540" y="351170"/>
          <a:ext cx="2476500" cy="609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 dirty="0"/>
            <a:t>SLB Integration and new expectations of PCT</a:t>
          </a:r>
        </a:p>
      </dsp:txBody>
      <dsp:txXfrm>
        <a:off x="2540" y="351170"/>
        <a:ext cx="2476500" cy="609806"/>
      </dsp:txXfrm>
    </dsp:sp>
    <dsp:sp modelId="{872D73CA-FD1B-48C3-A6E6-3550E589E270}">
      <dsp:nvSpPr>
        <dsp:cNvPr id="0" name=""/>
        <dsp:cNvSpPr/>
      </dsp:nvSpPr>
      <dsp:spPr>
        <a:xfrm>
          <a:off x="2540" y="960976"/>
          <a:ext cx="2476500" cy="41065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Growth expectations and leadership in Production &amp; Recovery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Cost Leadership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Digital Production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Integrated Solutions Synergy through Differentiation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Basin x BL matrix –increased fragmentation</a:t>
          </a:r>
        </a:p>
      </dsp:txBody>
      <dsp:txXfrm>
        <a:off x="2540" y="960976"/>
        <a:ext cx="2476500" cy="4106520"/>
      </dsp:txXfrm>
    </dsp:sp>
    <dsp:sp modelId="{E9C46D4D-75A6-418C-8C3E-0E1D10EAB29F}">
      <dsp:nvSpPr>
        <dsp:cNvPr id="0" name=""/>
        <dsp:cNvSpPr/>
      </dsp:nvSpPr>
      <dsp:spPr>
        <a:xfrm>
          <a:off x="2825750" y="351170"/>
          <a:ext cx="2476500" cy="609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Macro Forces Shaping the Industry</a:t>
          </a:r>
        </a:p>
      </dsp:txBody>
      <dsp:txXfrm>
        <a:off x="2825750" y="351170"/>
        <a:ext cx="2476500" cy="609806"/>
      </dsp:txXfrm>
    </dsp:sp>
    <dsp:sp modelId="{5F11FA91-EA15-4699-BCE3-FA595EE1BA20}">
      <dsp:nvSpPr>
        <dsp:cNvPr id="0" name=""/>
        <dsp:cNvSpPr/>
      </dsp:nvSpPr>
      <dsp:spPr>
        <a:xfrm>
          <a:off x="2825750" y="960976"/>
          <a:ext cx="2476500" cy="41065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kern="1200" dirty="0"/>
            <a:t>Oversupply risk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kern="1200"/>
            <a:t>LNG/gas expansion</a:t>
          </a:r>
          <a:endParaRPr lang="en-US" sz="1600" b="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kern="1200" dirty="0"/>
            <a:t>Energy transition pressure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kern="1200" dirty="0"/>
            <a:t>Maturing reservoirs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kern="1200" dirty="0"/>
            <a:t>Digital &amp; AI adoption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kern="1200" dirty="0"/>
            <a:t>Geopolitics</a:t>
          </a:r>
        </a:p>
      </dsp:txBody>
      <dsp:txXfrm>
        <a:off x="2825750" y="960976"/>
        <a:ext cx="2476500" cy="4106520"/>
      </dsp:txXfrm>
    </dsp:sp>
    <dsp:sp modelId="{6DA8D373-A26D-48F5-BC7C-DD58DAADA983}">
      <dsp:nvSpPr>
        <dsp:cNvPr id="0" name=""/>
        <dsp:cNvSpPr/>
      </dsp:nvSpPr>
      <dsp:spPr>
        <a:xfrm>
          <a:off x="5648960" y="351170"/>
          <a:ext cx="2476500" cy="609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 dirty="0"/>
            <a:t>Market Dynamics Impacting PCT</a:t>
          </a:r>
        </a:p>
      </dsp:txBody>
      <dsp:txXfrm>
        <a:off x="5648960" y="351170"/>
        <a:ext cx="2476500" cy="609806"/>
      </dsp:txXfrm>
    </dsp:sp>
    <dsp:sp modelId="{6230B789-1838-4D74-91C3-232B18B96878}">
      <dsp:nvSpPr>
        <dsp:cNvPr id="0" name=""/>
        <dsp:cNvSpPr/>
      </dsp:nvSpPr>
      <dsp:spPr>
        <a:xfrm>
          <a:off x="5648960" y="960976"/>
          <a:ext cx="2476500" cy="41065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Pricing pressure from Customers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Customer willingness to take risk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Customer consolidation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/>
            <a:t>Aggressive competitive environment</a:t>
          </a: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T1 – Low price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T2/3 – Speed, agility, price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Less oil, more gas, more water – different mix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Decarbonization</a:t>
          </a:r>
        </a:p>
      </dsp:txBody>
      <dsp:txXfrm>
        <a:off x="5648960" y="960976"/>
        <a:ext cx="2476500" cy="41065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762FD7-A750-4CE5-A48B-903702DFE5F6}">
      <dsp:nvSpPr>
        <dsp:cNvPr id="0" name=""/>
        <dsp:cNvSpPr/>
      </dsp:nvSpPr>
      <dsp:spPr>
        <a:xfrm>
          <a:off x="3524" y="1244604"/>
          <a:ext cx="1053404" cy="632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Insight</a:t>
          </a:r>
        </a:p>
      </dsp:txBody>
      <dsp:txXfrm>
        <a:off x="22036" y="1263116"/>
        <a:ext cx="1016380" cy="595018"/>
      </dsp:txXfrm>
    </dsp:sp>
    <dsp:sp modelId="{78DDEE9E-1DB4-4F29-899A-BFC06CB75AF9}">
      <dsp:nvSpPr>
        <dsp:cNvPr id="0" name=""/>
        <dsp:cNvSpPr/>
      </dsp:nvSpPr>
      <dsp:spPr>
        <a:xfrm>
          <a:off x="1162268" y="1430003"/>
          <a:ext cx="223321" cy="2612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62268" y="1482252"/>
        <a:ext cx="156325" cy="156746"/>
      </dsp:txXfrm>
    </dsp:sp>
    <dsp:sp modelId="{C132748A-6C9E-4CE9-BC21-E767D06495E5}">
      <dsp:nvSpPr>
        <dsp:cNvPr id="0" name=""/>
        <dsp:cNvSpPr/>
      </dsp:nvSpPr>
      <dsp:spPr>
        <a:xfrm>
          <a:off x="1478289" y="1244604"/>
          <a:ext cx="1053404" cy="632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Innovation</a:t>
          </a:r>
        </a:p>
      </dsp:txBody>
      <dsp:txXfrm>
        <a:off x="1496801" y="1263116"/>
        <a:ext cx="1016380" cy="595018"/>
      </dsp:txXfrm>
    </dsp:sp>
    <dsp:sp modelId="{A832E715-508B-47CB-9828-E8EF98BE7FBD}">
      <dsp:nvSpPr>
        <dsp:cNvPr id="0" name=""/>
        <dsp:cNvSpPr/>
      </dsp:nvSpPr>
      <dsp:spPr>
        <a:xfrm>
          <a:off x="2637034" y="1430003"/>
          <a:ext cx="223321" cy="2612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37034" y="1482252"/>
        <a:ext cx="156325" cy="156746"/>
      </dsp:txXfrm>
    </dsp:sp>
    <dsp:sp modelId="{3EE75157-924D-41B8-95FB-73C57B0BD54B}">
      <dsp:nvSpPr>
        <dsp:cNvPr id="0" name=""/>
        <dsp:cNvSpPr/>
      </dsp:nvSpPr>
      <dsp:spPr>
        <a:xfrm>
          <a:off x="2953055" y="1244604"/>
          <a:ext cx="1053404" cy="632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 Enablement</a:t>
          </a:r>
        </a:p>
      </dsp:txBody>
      <dsp:txXfrm>
        <a:off x="2971567" y="1263116"/>
        <a:ext cx="1016380" cy="5950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2ABC6-6DA7-4166-A54F-9493B81F582B}">
      <dsp:nvSpPr>
        <dsp:cNvPr id="0" name=""/>
        <dsp:cNvSpPr/>
      </dsp:nvSpPr>
      <dsp:spPr>
        <a:xfrm>
          <a:off x="1194477" y="51664"/>
          <a:ext cx="649747" cy="6497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69B4FE-727F-4C53-BC03-408B052CC8A0}">
      <dsp:nvSpPr>
        <dsp:cNvPr id="0" name=""/>
        <dsp:cNvSpPr/>
      </dsp:nvSpPr>
      <dsp:spPr>
        <a:xfrm>
          <a:off x="1330924" y="188111"/>
          <a:ext cx="376853" cy="3768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D65C0-A6B9-4921-A26B-E80E8C9731A6}">
      <dsp:nvSpPr>
        <dsp:cNvPr id="0" name=""/>
        <dsp:cNvSpPr/>
      </dsp:nvSpPr>
      <dsp:spPr>
        <a:xfrm>
          <a:off x="1983456" y="51664"/>
          <a:ext cx="1531547" cy="649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Faster Innovation → Market → Revenue</a:t>
          </a:r>
          <a:endParaRPr lang="en-US" sz="1200" b="1" kern="1200" dirty="0">
            <a:solidFill>
              <a:schemeClr val="bg1"/>
            </a:solidFill>
          </a:endParaRPr>
        </a:p>
      </dsp:txBody>
      <dsp:txXfrm>
        <a:off x="1983456" y="51664"/>
        <a:ext cx="1531547" cy="649747"/>
      </dsp:txXfrm>
    </dsp:sp>
    <dsp:sp modelId="{9F66B821-3EA6-452F-92F4-AF6B8389F916}">
      <dsp:nvSpPr>
        <dsp:cNvPr id="0" name=""/>
        <dsp:cNvSpPr/>
      </dsp:nvSpPr>
      <dsp:spPr>
        <a:xfrm>
          <a:off x="3745291" y="3036390"/>
          <a:ext cx="649747" cy="6497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56D202-CC28-4669-AC67-7B7D659E9F52}">
      <dsp:nvSpPr>
        <dsp:cNvPr id="0" name=""/>
        <dsp:cNvSpPr/>
      </dsp:nvSpPr>
      <dsp:spPr>
        <a:xfrm>
          <a:off x="3857352" y="3150787"/>
          <a:ext cx="376853" cy="3768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E5C730-92FE-41E6-87A3-621606B6D4D0}">
      <dsp:nvSpPr>
        <dsp:cNvPr id="0" name=""/>
        <dsp:cNvSpPr/>
      </dsp:nvSpPr>
      <dsp:spPr>
        <a:xfrm>
          <a:off x="4534271" y="3036390"/>
          <a:ext cx="1531547" cy="649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Strategy in Action, Not on Paper</a:t>
          </a:r>
          <a:endParaRPr lang="en-US" sz="1200" b="1" kern="1200" dirty="0">
            <a:solidFill>
              <a:schemeClr val="bg1"/>
            </a:solidFill>
          </a:endParaRPr>
        </a:p>
      </dsp:txBody>
      <dsp:txXfrm>
        <a:off x="4534271" y="3036390"/>
        <a:ext cx="1531547" cy="649747"/>
      </dsp:txXfrm>
    </dsp:sp>
    <dsp:sp modelId="{6C4F4424-2A2E-4D20-B203-4604C8051D4E}">
      <dsp:nvSpPr>
        <dsp:cNvPr id="0" name=""/>
        <dsp:cNvSpPr/>
      </dsp:nvSpPr>
      <dsp:spPr>
        <a:xfrm>
          <a:off x="1194477" y="1638951"/>
          <a:ext cx="649747" cy="6497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7969F-36E2-4BC2-8AF8-B03ABA11AB7E}">
      <dsp:nvSpPr>
        <dsp:cNvPr id="0" name=""/>
        <dsp:cNvSpPr/>
      </dsp:nvSpPr>
      <dsp:spPr>
        <a:xfrm>
          <a:off x="1330924" y="1775398"/>
          <a:ext cx="376853" cy="3768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17178-C25B-4FB8-B558-6CCF40398952}">
      <dsp:nvSpPr>
        <dsp:cNvPr id="0" name=""/>
        <dsp:cNvSpPr/>
      </dsp:nvSpPr>
      <dsp:spPr>
        <a:xfrm>
          <a:off x="1983456" y="1638951"/>
          <a:ext cx="1531547" cy="649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Simpler, Smarter M&amp;T Workflows</a:t>
          </a:r>
          <a:endParaRPr lang="en-US" sz="1200" b="1" kern="1200" dirty="0">
            <a:solidFill>
              <a:schemeClr val="bg1"/>
            </a:solidFill>
          </a:endParaRPr>
        </a:p>
      </dsp:txBody>
      <dsp:txXfrm>
        <a:off x="1983456" y="1638951"/>
        <a:ext cx="1531547" cy="649747"/>
      </dsp:txXfrm>
    </dsp:sp>
    <dsp:sp modelId="{39C8DEDC-DB50-46BD-B9C4-BBF70C600332}">
      <dsp:nvSpPr>
        <dsp:cNvPr id="0" name=""/>
        <dsp:cNvSpPr/>
      </dsp:nvSpPr>
      <dsp:spPr>
        <a:xfrm>
          <a:off x="1195083" y="3036389"/>
          <a:ext cx="649747" cy="6497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CB89EE-3356-4565-BD42-8ACE5DA8E356}">
      <dsp:nvSpPr>
        <dsp:cNvPr id="0" name=""/>
        <dsp:cNvSpPr/>
      </dsp:nvSpPr>
      <dsp:spPr>
        <a:xfrm>
          <a:off x="1331532" y="3172835"/>
          <a:ext cx="376853" cy="3768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7F70B-5225-4471-90F3-35A384E46A72}">
      <dsp:nvSpPr>
        <dsp:cNvPr id="0" name=""/>
        <dsp:cNvSpPr/>
      </dsp:nvSpPr>
      <dsp:spPr>
        <a:xfrm>
          <a:off x="1984060" y="3036389"/>
          <a:ext cx="1531547" cy="649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Customer-First Responsiveness</a:t>
          </a:r>
          <a:endParaRPr lang="en-US" sz="1200" b="1" kern="1200" dirty="0">
            <a:solidFill>
              <a:schemeClr val="bg1"/>
            </a:solidFill>
          </a:endParaRPr>
        </a:p>
      </dsp:txBody>
      <dsp:txXfrm>
        <a:off x="1984060" y="3036389"/>
        <a:ext cx="1531547" cy="649747"/>
      </dsp:txXfrm>
    </dsp:sp>
    <dsp:sp modelId="{67447E07-8506-45B5-8B00-1E2D450E0AC4}">
      <dsp:nvSpPr>
        <dsp:cNvPr id="0" name=""/>
        <dsp:cNvSpPr/>
      </dsp:nvSpPr>
      <dsp:spPr>
        <a:xfrm>
          <a:off x="3779179" y="1616891"/>
          <a:ext cx="649747" cy="6497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1BB132-0D3B-42B4-B69D-5463D0F23D03}">
      <dsp:nvSpPr>
        <dsp:cNvPr id="0" name=""/>
        <dsp:cNvSpPr/>
      </dsp:nvSpPr>
      <dsp:spPr>
        <a:xfrm>
          <a:off x="3915627" y="1753339"/>
          <a:ext cx="376853" cy="3768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1C01F-8C47-4D40-B91D-A4207D41782E}">
      <dsp:nvSpPr>
        <dsp:cNvPr id="0" name=""/>
        <dsp:cNvSpPr/>
      </dsp:nvSpPr>
      <dsp:spPr>
        <a:xfrm>
          <a:off x="4568158" y="1616891"/>
          <a:ext cx="1531547" cy="649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A Sharper, Leaner Portfolio</a:t>
          </a:r>
          <a:endParaRPr lang="en-US" sz="1200" b="1" kern="1200" dirty="0">
            <a:solidFill>
              <a:schemeClr val="bg1"/>
            </a:solidFill>
          </a:endParaRPr>
        </a:p>
      </dsp:txBody>
      <dsp:txXfrm>
        <a:off x="4568158" y="1616891"/>
        <a:ext cx="1531547" cy="649747"/>
      </dsp:txXfrm>
    </dsp:sp>
    <dsp:sp modelId="{F36DCD55-A0BC-4D3F-986B-E05F51575CF3}">
      <dsp:nvSpPr>
        <dsp:cNvPr id="0" name=""/>
        <dsp:cNvSpPr/>
      </dsp:nvSpPr>
      <dsp:spPr>
        <a:xfrm>
          <a:off x="1233990" y="4421052"/>
          <a:ext cx="649747" cy="6497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56219-2F49-4E53-8D5F-527AB2EFC63C}">
      <dsp:nvSpPr>
        <dsp:cNvPr id="0" name=""/>
        <dsp:cNvSpPr/>
      </dsp:nvSpPr>
      <dsp:spPr>
        <a:xfrm>
          <a:off x="1331532" y="4533120"/>
          <a:ext cx="376853" cy="37685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3C61F-96E3-4148-99AF-A5D44D4FE327}">
      <dsp:nvSpPr>
        <dsp:cNvPr id="0" name=""/>
        <dsp:cNvSpPr/>
      </dsp:nvSpPr>
      <dsp:spPr>
        <a:xfrm>
          <a:off x="2038659" y="4421052"/>
          <a:ext cx="1531547" cy="649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Digital at the Core of How We Operate</a:t>
          </a:r>
          <a:endParaRPr lang="en-US" sz="1200" b="1" kern="1200" dirty="0">
            <a:solidFill>
              <a:schemeClr val="bg1"/>
            </a:solidFill>
          </a:endParaRPr>
        </a:p>
      </dsp:txBody>
      <dsp:txXfrm>
        <a:off x="2038659" y="4421052"/>
        <a:ext cx="1531547" cy="649747"/>
      </dsp:txXfrm>
    </dsp:sp>
    <dsp:sp modelId="{F0D3757F-AAF3-4400-9F38-DB84A307EABA}">
      <dsp:nvSpPr>
        <dsp:cNvPr id="0" name=""/>
        <dsp:cNvSpPr/>
      </dsp:nvSpPr>
      <dsp:spPr>
        <a:xfrm>
          <a:off x="3803565" y="0"/>
          <a:ext cx="649747" cy="6497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B2E4F-A272-4198-847A-4F31C15B164C}">
      <dsp:nvSpPr>
        <dsp:cNvPr id="0" name=""/>
        <dsp:cNvSpPr/>
      </dsp:nvSpPr>
      <dsp:spPr>
        <a:xfrm>
          <a:off x="3940013" y="136447"/>
          <a:ext cx="376853" cy="37685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3D8A3E-929F-48C9-ABB2-66BBAC4335BC}">
      <dsp:nvSpPr>
        <dsp:cNvPr id="0" name=""/>
        <dsp:cNvSpPr/>
      </dsp:nvSpPr>
      <dsp:spPr>
        <a:xfrm>
          <a:off x="4592540" y="0"/>
          <a:ext cx="1531547" cy="649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Market-Led Growth Activation</a:t>
          </a:r>
          <a:endParaRPr lang="en-US" sz="1200" b="1" kern="1200" dirty="0">
            <a:solidFill>
              <a:schemeClr val="bg1"/>
            </a:solidFill>
          </a:endParaRPr>
        </a:p>
      </dsp:txBody>
      <dsp:txXfrm>
        <a:off x="4592540" y="0"/>
        <a:ext cx="1531547" cy="6497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D6F0A4-CE1C-4E8B-8DE1-8A2D3439AFA8}">
      <dsp:nvSpPr>
        <dsp:cNvPr id="0" name=""/>
        <dsp:cNvSpPr/>
      </dsp:nvSpPr>
      <dsp:spPr>
        <a:xfrm>
          <a:off x="0" y="0"/>
          <a:ext cx="72968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20DDF9-E582-4723-A6E6-4385FFADD395}">
      <dsp:nvSpPr>
        <dsp:cNvPr id="0" name=""/>
        <dsp:cNvSpPr/>
      </dsp:nvSpPr>
      <dsp:spPr>
        <a:xfrm>
          <a:off x="0" y="0"/>
          <a:ext cx="7296870" cy="689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dirty="0"/>
            <a:t>Create Clarity of organization roles &amp; responsibilities </a:t>
          </a:r>
          <a:endParaRPr lang="en-US" sz="2300" kern="1200" dirty="0"/>
        </a:p>
      </dsp:txBody>
      <dsp:txXfrm>
        <a:off x="0" y="0"/>
        <a:ext cx="7296870" cy="689367"/>
      </dsp:txXfrm>
    </dsp:sp>
    <dsp:sp modelId="{639D3BD4-1D11-45E8-8124-1A1450577AD7}">
      <dsp:nvSpPr>
        <dsp:cNvPr id="0" name=""/>
        <dsp:cNvSpPr/>
      </dsp:nvSpPr>
      <dsp:spPr>
        <a:xfrm>
          <a:off x="0" y="689367"/>
          <a:ext cx="72968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FBDA7-7D74-4BAD-B6DC-3C252E22C56B}">
      <dsp:nvSpPr>
        <dsp:cNvPr id="0" name=""/>
        <dsp:cNvSpPr/>
      </dsp:nvSpPr>
      <dsp:spPr>
        <a:xfrm>
          <a:off x="0" y="689367"/>
          <a:ext cx="7296870" cy="689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/>
            <a:t>Open &amp; transparent decision making</a:t>
          </a:r>
          <a:endParaRPr lang="en-US" sz="2300" kern="1200"/>
        </a:p>
      </dsp:txBody>
      <dsp:txXfrm>
        <a:off x="0" y="689367"/>
        <a:ext cx="7296870" cy="689367"/>
      </dsp:txXfrm>
    </dsp:sp>
    <dsp:sp modelId="{C9EF754B-2D67-49C1-9886-EE76A4C6DD1E}">
      <dsp:nvSpPr>
        <dsp:cNvPr id="0" name=""/>
        <dsp:cNvSpPr/>
      </dsp:nvSpPr>
      <dsp:spPr>
        <a:xfrm>
          <a:off x="0" y="1378734"/>
          <a:ext cx="72968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A0A26-FDA8-48BA-B946-18A0CDD70C88}">
      <dsp:nvSpPr>
        <dsp:cNvPr id="0" name=""/>
        <dsp:cNvSpPr/>
      </dsp:nvSpPr>
      <dsp:spPr>
        <a:xfrm>
          <a:off x="0" y="1378734"/>
          <a:ext cx="7296870" cy="689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dirty="0"/>
            <a:t>Create &amp; demonstrate value to organization</a:t>
          </a:r>
          <a:endParaRPr lang="en-US" sz="2300" kern="1200" dirty="0"/>
        </a:p>
      </dsp:txBody>
      <dsp:txXfrm>
        <a:off x="0" y="1378734"/>
        <a:ext cx="7296870" cy="689367"/>
      </dsp:txXfrm>
    </dsp:sp>
    <dsp:sp modelId="{C2C97C73-636B-426F-8EED-C24BE2E01C8C}">
      <dsp:nvSpPr>
        <dsp:cNvPr id="0" name=""/>
        <dsp:cNvSpPr/>
      </dsp:nvSpPr>
      <dsp:spPr>
        <a:xfrm>
          <a:off x="0" y="2068101"/>
          <a:ext cx="72968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50E82-42F2-49B2-89B3-C2D923C7F561}">
      <dsp:nvSpPr>
        <dsp:cNvPr id="0" name=""/>
        <dsp:cNvSpPr/>
      </dsp:nvSpPr>
      <dsp:spPr>
        <a:xfrm>
          <a:off x="0" y="2068101"/>
          <a:ext cx="7296870" cy="689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/>
            <a:t>One unified purpose &amp; identity</a:t>
          </a:r>
          <a:endParaRPr lang="en-US" sz="2300" kern="1200"/>
        </a:p>
      </dsp:txBody>
      <dsp:txXfrm>
        <a:off x="0" y="2068101"/>
        <a:ext cx="7296870" cy="689367"/>
      </dsp:txXfrm>
    </dsp:sp>
    <dsp:sp modelId="{3FFDC70F-709F-41E1-9778-A9625FB1B0E0}">
      <dsp:nvSpPr>
        <dsp:cNvPr id="0" name=""/>
        <dsp:cNvSpPr/>
      </dsp:nvSpPr>
      <dsp:spPr>
        <a:xfrm>
          <a:off x="0" y="2757468"/>
          <a:ext cx="72968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643B3-2213-4B17-9F85-7F3863D3F175}">
      <dsp:nvSpPr>
        <dsp:cNvPr id="0" name=""/>
        <dsp:cNvSpPr/>
      </dsp:nvSpPr>
      <dsp:spPr>
        <a:xfrm>
          <a:off x="0" y="2757468"/>
          <a:ext cx="7296870" cy="689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/>
            <a:t>Design for agility and integration</a:t>
          </a:r>
          <a:endParaRPr lang="en-US" sz="2300" kern="1200"/>
        </a:p>
      </dsp:txBody>
      <dsp:txXfrm>
        <a:off x="0" y="2757468"/>
        <a:ext cx="7296870" cy="689367"/>
      </dsp:txXfrm>
    </dsp:sp>
    <dsp:sp modelId="{900D2D9E-803B-4DB2-A0AF-8292878986D6}">
      <dsp:nvSpPr>
        <dsp:cNvPr id="0" name=""/>
        <dsp:cNvSpPr/>
      </dsp:nvSpPr>
      <dsp:spPr>
        <a:xfrm>
          <a:off x="0" y="3446835"/>
          <a:ext cx="72968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FA3CA4-147A-4866-AEB1-8305742B4A03}">
      <dsp:nvSpPr>
        <dsp:cNvPr id="0" name=""/>
        <dsp:cNvSpPr/>
      </dsp:nvSpPr>
      <dsp:spPr>
        <a:xfrm>
          <a:off x="0" y="3446835"/>
          <a:ext cx="7296870" cy="689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/>
            <a:t>Customer-centric decision making</a:t>
          </a:r>
          <a:endParaRPr lang="en-US" sz="2300" kern="1200"/>
        </a:p>
      </dsp:txBody>
      <dsp:txXfrm>
        <a:off x="0" y="3446835"/>
        <a:ext cx="7296870" cy="689367"/>
      </dsp:txXfrm>
    </dsp:sp>
    <dsp:sp modelId="{C271A557-0AE3-40CC-9882-F219A4FABDEB}">
      <dsp:nvSpPr>
        <dsp:cNvPr id="0" name=""/>
        <dsp:cNvSpPr/>
      </dsp:nvSpPr>
      <dsp:spPr>
        <a:xfrm>
          <a:off x="0" y="4136202"/>
          <a:ext cx="72968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A99EA2-01EB-4ABF-853E-11E4002E03E9}">
      <dsp:nvSpPr>
        <dsp:cNvPr id="0" name=""/>
        <dsp:cNvSpPr/>
      </dsp:nvSpPr>
      <dsp:spPr>
        <a:xfrm>
          <a:off x="0" y="4136202"/>
          <a:ext cx="7296870" cy="689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dirty="0"/>
            <a:t>Governance while promoting innovation &amp; agility</a:t>
          </a:r>
          <a:endParaRPr lang="en-US" sz="2300" kern="1200" dirty="0"/>
        </a:p>
      </dsp:txBody>
      <dsp:txXfrm>
        <a:off x="0" y="4136202"/>
        <a:ext cx="7296870" cy="689367"/>
      </dsp:txXfrm>
    </dsp:sp>
    <dsp:sp modelId="{EA63A2C9-219E-4AB3-AE88-32F1934C061E}">
      <dsp:nvSpPr>
        <dsp:cNvPr id="0" name=""/>
        <dsp:cNvSpPr/>
      </dsp:nvSpPr>
      <dsp:spPr>
        <a:xfrm>
          <a:off x="0" y="4825569"/>
          <a:ext cx="72968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7A056-1982-425B-AA56-C552D654474E}">
      <dsp:nvSpPr>
        <dsp:cNvPr id="0" name=""/>
        <dsp:cNvSpPr/>
      </dsp:nvSpPr>
      <dsp:spPr>
        <a:xfrm>
          <a:off x="0" y="4825569"/>
          <a:ext cx="7296870" cy="689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/>
            <a:t>People, Talent &amp; Capability First</a:t>
          </a:r>
          <a:endParaRPr lang="en-US" sz="2300" kern="1200"/>
        </a:p>
      </dsp:txBody>
      <dsp:txXfrm>
        <a:off x="0" y="4825569"/>
        <a:ext cx="7296870" cy="6893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941A0-D49A-49A9-A47D-8B4B026165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BC495-1C09-482C-B3AC-1F55EF56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25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E3B8-E84B-4470-9CB5-85938D31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5344F-FB38-08B1-8E53-BBD421ABB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98344-2688-3DB7-C341-B70C8D53A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SLB Sans Book" panose="02000503040000020004" pitchFamily="2" charset="0"/>
              <a:buNone/>
            </a:pPr>
            <a:endParaRPr lang="en-US" sz="1300">
              <a:highlight>
                <a:srgbClr val="FFFF00"/>
              </a:highlight>
              <a:latin typeface="SLB Sans Book" panose="020005030400000200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75959-22A9-F44F-FFA2-118436B32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21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81A11-3955-4C4A-B883-8F3EA58F0D8B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4219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784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8C2F0-37C5-AC42-90C3-75FA659E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E44C8-BD95-3A64-BCBD-CC9A13E46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6D161-320D-25FB-4654-E77398EAD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operating environment has shifted across three fronts: SLB integration has raised expectations for PCT performance and synergy; macro forces like LNG expansion, maturing reservoirs, and energy transition are reshaping value pools; and market dynamics are intensifying around price, competition, and customer behavior. These shifts require a strategy centered on speed, integration, digital differentiation, and targeted growth.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6F458-0267-5DAD-C87F-B475307C3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4BC495-1C09-482C-B3AC-1F55EF562A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6064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F27DE-A222-4CF0-31E0-0E8949127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202BB-C03D-7A53-0FDD-28CF89499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568DD-CA3C-A79A-89FF-2CFEBB92D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resonates, what </a:t>
            </a:r>
            <a:r>
              <a:rPr lang="en-US" err="1"/>
              <a:t>does’nt</a:t>
            </a:r>
            <a:r>
              <a:rPr lang="en-US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E9EB5-7B91-C3E6-862B-C17F87C8E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4BC495-1C09-482C-B3AC-1F55EF562A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230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EF71-EEF3-C5B0-1AA1-8C0C9A800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F271A-0AD8-74CA-F5AB-620C0221B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C7C3D-B63F-771F-3608-4A20476B8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3FBE-BA73-E49E-C8AA-09C8F1B19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4BC495-1C09-482C-B3AC-1F55EF562A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6664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08CA3-2890-1CC9-5375-4B1ADC77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A6E9C-35B5-3254-DDFC-712428F19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755CF-644D-0320-5792-F8583F581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59E92-710A-9070-DC42-BA615798B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4BC495-1C09-482C-B3AC-1F55EF562A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610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B07A-565D-E8C4-8B97-67C6B6AF5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8848A-18F0-9C44-6E6C-38081C449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231C7-8B4F-5D4F-F15F-7664D6D2A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Accelerate growth from innovation</a:t>
            </a:r>
          </a:p>
          <a:p>
            <a:r>
              <a:rPr lang="en-US" dirty="0"/>
              <a:t>Win in core, step-out, and adjacent markets through value-led positioning</a:t>
            </a:r>
          </a:p>
          <a:p>
            <a:r>
              <a:rPr lang="en-US" dirty="0"/>
              <a:t>Lean processes that improve speed and efficiency.</a:t>
            </a:r>
          </a:p>
          <a:p>
            <a:r>
              <a:rPr lang="en-US" dirty="0"/>
              <a:t>Clear execution of PCT strategy with measurable line-of-sight</a:t>
            </a:r>
          </a:p>
          <a:p>
            <a:r>
              <a:rPr lang="en-US" dirty="0"/>
              <a:t>Right products, right cost, right differentiation</a:t>
            </a:r>
          </a:p>
          <a:p>
            <a:r>
              <a:rPr lang="en-US" dirty="0"/>
              <a:t>Faster answers, better support, deeper technical intimacy</a:t>
            </a:r>
          </a:p>
          <a:p>
            <a:r>
              <a:rPr lang="en-US" dirty="0"/>
              <a:t>Integrated data, automation, and digital workflows powering decisions and delivery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16BEA-D93B-5601-4671-D3BFCB959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4BC495-1C09-482C-B3AC-1F55EF562A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991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7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9.xml"/><Relationship Id="rId4" Type="http://schemas.openxmlformats.org/officeDocument/2006/relationships/image" Target="../media/image17.emf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Master" Target="../slideMasters/slideMaster7.xml"/><Relationship Id="rId7" Type="http://schemas.openxmlformats.org/officeDocument/2006/relationships/image" Target="../media/image20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9.jpe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0.bin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2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3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3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3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3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1.xml"/></Relationships>
</file>

<file path=ppt/slideLayouts/_rels/slideLayout3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3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3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4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4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4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4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4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75334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166A59-25A3-3A00-7289-60767DE59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0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Sent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1" y="0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991778-B436-9629-6EC4-E96EA59B0C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39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F1A0222-B118-DD79-00E6-0881AAA2BE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4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82232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225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0390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75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Tx/>
              <a:buFont typeface="SLB Sans Light" panose="02000503040000020004" pitchFamily="2" charset="0"/>
              <a:buChar char="→"/>
              <a:defRPr sz="36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A8ADEEA-C976-6343-E015-561A86660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73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820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57FFDA-D27B-2D1D-703B-FAC972FA97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817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207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EA85E6-F1EF-96E4-5D58-38735E3A9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141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30311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GB"/>
              <a:t>Click icon to add chart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CBC916D-681F-B16B-82E0-C83AEC5C63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75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527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360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5537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03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548799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286831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2A43E3D-583C-C3D3-EB91-4B474E93A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740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E9F08A9-468B-A902-D68B-8E0B8D9536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387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ulti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01E557-BFAD-DC7D-FAEB-CD9F2F2693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191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01E557-BFAD-DC7D-FAEB-CD9F2F2693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9340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C2D35B-A55A-CCD1-4EDA-D1E8C50801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7008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04961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22902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87012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7346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15539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7661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asin Ma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B0B03C-65C1-B39F-F4CF-D3F9200D5416}"/>
              </a:ext>
            </a:extLst>
          </p:cNvPr>
          <p:cNvSpPr/>
          <p:nvPr userDrawn="1"/>
        </p:nvSpPr>
        <p:spPr>
          <a:xfrm>
            <a:off x="238539" y="1078788"/>
            <a:ext cx="9117495" cy="5562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EF50B7-28CC-1AAA-7DAB-B4A38148BF8A}"/>
              </a:ext>
            </a:extLst>
          </p:cNvPr>
          <p:cNvSpPr/>
          <p:nvPr userDrawn="1"/>
        </p:nvSpPr>
        <p:spPr>
          <a:xfrm>
            <a:off x="238540" y="261709"/>
            <a:ext cx="9117494" cy="734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8672513" cy="332399"/>
          </a:xfrm>
        </p:spPr>
        <p:txBody>
          <a:bodyPr wrap="square">
            <a:sp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58762FB-9D63-2349-6E8F-D2CFE4E431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5A8EDF0-4DAB-ACF1-7FD5-891321DB014E}"/>
              </a:ext>
            </a:extLst>
          </p:cNvPr>
          <p:cNvSpPr/>
          <p:nvPr userDrawn="1"/>
        </p:nvSpPr>
        <p:spPr>
          <a:xfrm>
            <a:off x="238540" y="189708"/>
            <a:ext cx="9117494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678054-26F6-BE3B-EE69-C659B73A4C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4850" y="1376362"/>
            <a:ext cx="2278063" cy="45608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077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ckground +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03206" y="6243782"/>
            <a:ext cx="1645882" cy="36960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6181E4-4A7F-4F3A-821A-FABBDB96F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02" y="241301"/>
            <a:ext cx="11288600" cy="942040"/>
          </a:xfrm>
        </p:spPr>
        <p:txBody>
          <a:bodyPr/>
          <a:lstStyle>
            <a:lvl1pPr>
              <a:defRPr sz="3200">
                <a:solidFill>
                  <a:srgbClr val="00336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FC1D3D-C20F-4B4F-B5EF-A1E3505369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3600" y="1371600"/>
            <a:ext cx="11289600" cy="4755600"/>
          </a:xfrm>
          <a:prstGeom prst="rect">
            <a:avLst/>
          </a:prstGeom>
        </p:spPr>
        <p:txBody>
          <a:bodyPr/>
          <a:lstStyle>
            <a:lvl1pPr>
              <a:buClr>
                <a:srgbClr val="336699"/>
              </a:buClr>
              <a:buFont typeface="Wingdings" pitchFamily="2" charset="2"/>
              <a:buChar char="§"/>
              <a:defRPr sz="2800"/>
            </a:lvl1pPr>
            <a:lvl2pPr>
              <a:buClr>
                <a:srgbClr val="336699"/>
              </a:buClr>
              <a:buSzPct val="100000"/>
              <a:buFont typeface="Tahoma" pitchFamily="34" charset="0"/>
              <a:buChar char="–"/>
              <a:defRPr sz="2400"/>
            </a:lvl2pPr>
            <a:lvl3pPr>
              <a:buClr>
                <a:srgbClr val="336699"/>
              </a:buClr>
              <a:buSzPct val="100000"/>
              <a:buFont typeface="Wingdings" pitchFamily="2" charset="2"/>
              <a:buChar char="§"/>
              <a:defRPr sz="2000"/>
            </a:lvl3pPr>
            <a:lvl4pPr>
              <a:buClr>
                <a:srgbClr val="336699"/>
              </a:buClr>
              <a:buSzPct val="100000"/>
              <a:buFont typeface="Arial Narrow" pitchFamily="34" charset="0"/>
              <a:buChar char="–"/>
              <a:defRPr sz="1800"/>
            </a:lvl4pPr>
            <a:lvl5pPr>
              <a:buClr>
                <a:srgbClr val="336699"/>
              </a:buClr>
              <a:buSzPct val="100000"/>
              <a:defRPr sz="1600"/>
            </a:lvl5pPr>
          </a:lstStyle>
          <a:p>
            <a:pPr lvl="0"/>
            <a:r>
              <a:rPr lang="en-US"/>
              <a:t> 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ightsWATCH-Watermark-Text-1234567890">
            <a:extLst>
              <a:ext uri="{FF2B5EF4-FFF2-40B4-BE49-F238E27FC236}">
                <a16:creationId xmlns:a16="http://schemas.microsoft.com/office/drawing/2014/main" id="{6411FD69-3FBB-41F3-938B-EA9DD53BD4B7}"/>
              </a:ext>
            </a:extLst>
          </p:cNvPr>
          <p:cNvSpPr txBox="1"/>
          <p:nvPr userDrawn="1"/>
        </p:nvSpPr>
        <p:spPr>
          <a:xfrm>
            <a:off x="797934" y="6313567"/>
            <a:ext cx="2731943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200">
                <a:solidFill>
                  <a:srgbClr val="BDBDBD"/>
                </a:solidFill>
                <a:latin typeface="Arial Narrow" panose="020B0606020202030204" pitchFamily="34" charset="0"/>
              </a:rPr>
              <a:t>Schlumberger Technology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1CC7EF-E84D-41BA-926C-BBB74CE36633}"/>
              </a:ext>
            </a:extLst>
          </p:cNvPr>
          <p:cNvSpPr txBox="1"/>
          <p:nvPr userDrawn="1"/>
        </p:nvSpPr>
        <p:spPr>
          <a:xfrm>
            <a:off x="93600" y="6238800"/>
            <a:ext cx="500400" cy="338400"/>
          </a:xfrm>
          <a:prstGeom prst="rect">
            <a:avLst/>
          </a:prstGeom>
          <a:noFill/>
        </p:spPr>
        <p:txBody>
          <a:bodyPr wrap="square" lIns="45720" tIns="45720" rIns="45720" bIns="45720" rtlCol="0" anchor="ctr">
            <a:noAutofit/>
          </a:bodyPr>
          <a:lstStyle/>
          <a:p>
            <a:pPr marL="112713" indent="-112713" algn="r">
              <a:spcBef>
                <a:spcPts val="300"/>
              </a:spcBef>
              <a:buClr>
                <a:schemeClr val="tx2"/>
              </a:buClr>
            </a:pPr>
            <a:fld id="{AA680861-3BBC-4944-9362-6C35D211876D}" type="slidenum">
              <a:rPr lang="en-US" sz="1200" b="0" smtClean="0">
                <a:solidFill>
                  <a:srgbClr val="BDBDBD"/>
                </a:solidFill>
                <a:latin typeface="Arial Narrow" panose="020B0606020202030204" pitchFamily="34" charset="0"/>
              </a:rPr>
              <a:pPr marL="112713" indent="-112713" algn="r">
                <a:spcBef>
                  <a:spcPts val="300"/>
                </a:spcBef>
                <a:buClr>
                  <a:schemeClr val="tx2"/>
                </a:buClr>
              </a:pPr>
              <a:t>‹#›</a:t>
            </a:fld>
            <a:endParaRPr lang="en-US" sz="1200" b="0">
              <a:solidFill>
                <a:srgbClr val="BDBDBD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698120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75334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166A59-25A3-3A00-7289-60767DE59A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559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Sent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1" y="0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991778-B436-9629-6EC4-E96EA59B0C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9083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8715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82232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225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39251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8305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2450" y="422313"/>
            <a:ext cx="7510462" cy="5376993"/>
          </a:xfrm>
        </p:spPr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2000" b="0">
                <a:latin typeface="SLB Sans" panose="02000503040000020004" pitchFamily="50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CCAE60-033B-4B83-8FC7-AB310A7529CD}"/>
              </a:ext>
            </a:extLst>
          </p:cNvPr>
          <p:cNvSpPr txBox="1"/>
          <p:nvPr userDrawn="1"/>
        </p:nvSpPr>
        <p:spPr>
          <a:xfrm>
            <a:off x="5457825" y="5799306"/>
            <a:ext cx="6477001" cy="58477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LB Sans" panose="02000503040000020004" pitchFamily="50" charset="0"/>
              </a:rPr>
              <a:t>WE are going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LB Sans" panose="02000503040000020004" pitchFamily="50" charset="0"/>
              </a:rPr>
              <a:t>further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LB Sans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4419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2450" y="422313"/>
            <a:ext cx="4267202" cy="5376993"/>
          </a:xfrm>
        </p:spPr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2400" b="0">
                <a:latin typeface="SLB Sans" panose="02000503040000020004" pitchFamily="50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EEE562B-1667-4453-80A8-6619FE23AC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86825" y="0"/>
            <a:ext cx="3305174" cy="5799138"/>
          </a:xfrm>
        </p:spPr>
        <p:txBody>
          <a:bodyPr anchor="ctr"/>
          <a:lstStyle>
            <a:lvl1pPr algn="ctr">
              <a:defRPr sz="1400" b="0"/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64EEA-DDCC-465F-9F93-AF2482F2E3E0}"/>
              </a:ext>
            </a:extLst>
          </p:cNvPr>
          <p:cNvSpPr txBox="1"/>
          <p:nvPr userDrawn="1"/>
        </p:nvSpPr>
        <p:spPr>
          <a:xfrm>
            <a:off x="5457825" y="5799306"/>
            <a:ext cx="6477001" cy="58477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LB Sans" panose="02000503040000020004" pitchFamily="50" charset="0"/>
              </a:rPr>
              <a:t>WE are going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LB Sans" panose="02000503040000020004" pitchFamily="50" charset="0"/>
              </a:rPr>
              <a:t>further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LB Sans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6863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8CBBB4D-9DA8-4616-8278-3DD7FCD105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68861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6" imgH="415" progId="TCLayout.ActiveDocument.1">
                  <p:embed/>
                </p:oleObj>
              </mc:Choice>
              <mc:Fallback>
                <p:oleObj name="think-cell Slide" r:id="rId3" imgW="416" imgH="41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8CBBB4D-9DA8-4616-8278-3DD7FCD105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DFCE6CF-1CF1-46FE-81FA-30382335B688}"/>
              </a:ext>
            </a:extLst>
          </p:cNvPr>
          <p:cNvSpPr/>
          <p:nvPr userDrawn="1"/>
        </p:nvSpPr>
        <p:spPr>
          <a:xfrm>
            <a:off x="3981450" y="0"/>
            <a:ext cx="8210550" cy="57993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2450" y="422314"/>
            <a:ext cx="4267202" cy="5035512"/>
          </a:xfrm>
        </p:spPr>
        <p:txBody>
          <a:bodyPr/>
          <a:lstStyle>
            <a:lvl1pPr marL="457200" indent="-457200">
              <a:spcBef>
                <a:spcPts val="1200"/>
              </a:spcBef>
              <a:spcAft>
                <a:spcPts val="1200"/>
              </a:spcAft>
              <a:buClrTx/>
              <a:buFont typeface="SLB Sans Light" panose="02000503040000020004" pitchFamily="2" charset="0"/>
              <a:buChar char="→"/>
              <a:defRPr sz="2400" b="0">
                <a:solidFill>
                  <a:schemeClr val="bg1"/>
                </a:solidFill>
                <a:latin typeface="SLB Sans" panose="02000503040000020004" pitchFamily="50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FADB9-250B-4069-9381-804A117F5776}"/>
              </a:ext>
            </a:extLst>
          </p:cNvPr>
          <p:cNvSpPr txBox="1"/>
          <p:nvPr userDrawn="1"/>
        </p:nvSpPr>
        <p:spPr>
          <a:xfrm>
            <a:off x="5457825" y="5799306"/>
            <a:ext cx="6477001" cy="58477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LB Sans" panose="02000503040000020004" pitchFamily="50" charset="0"/>
              </a:rPr>
              <a:t>WE are going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LB Sans" panose="02000503040000020004" pitchFamily="50" charset="0"/>
              </a:rPr>
              <a:t>further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LB Sans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2118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Tx/>
              <a:buFont typeface="SLB Sans Light" panose="02000503040000020004" pitchFamily="2" charset="0"/>
              <a:buChar char="→"/>
              <a:defRPr sz="36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A8ADEEA-C976-6343-E015-561A86660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198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80583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57FFDA-D27B-2D1D-703B-FAC972FA97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032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9386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EA85E6-F1EF-96E4-5D58-38735E3A98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844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8932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62183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GB"/>
              <a:t>Click icon to add chart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CBC916D-681F-B16B-82E0-C83AEC5C63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1264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9261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02947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9942196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6329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679070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6094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2A43E3D-583C-C3D3-EB91-4B474E93AA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0502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E9F08A9-468B-A902-D68B-8E0B8D9536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998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01E557-BFAD-DC7D-FAEB-CD9F2F2693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41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C2D35B-A55A-CCD1-4EDA-D1E8C5080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8520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08441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136429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491782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0119088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91340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162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E63A67-D303-465A-B433-E105F23DFA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847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14DB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3507510" cy="5341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BC1DE3-EE83-6842-B054-58DA3F6BFD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CB4A33-5B43-4CAB-BDF4-3E92BD73B50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7378" y="457200"/>
            <a:ext cx="3507510" cy="5341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3610852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75334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1A5716-3608-4053-4CC8-84BF92B5D6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3269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Sent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1" y="0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47EC89-A6A9-22D1-1BE8-E0D34780BD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653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0121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82232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225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310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0966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Font typeface="SLB Sans Light" panose="02000503040000020004" pitchFamily="2" charset="0"/>
              <a:buChar char="→"/>
              <a:defRPr sz="36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0650C58-ADB6-799E-D665-4F33A4818F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3546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34216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BC1DE3-EE83-6842-B054-58DA3F6BFD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436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38866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5DA967-430E-FD94-6B0C-7C66CB6678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0471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93094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86123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DAAA2D-F47B-6394-6A72-F074375588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7762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D43530-2003-7EDD-62EC-552AB7BE35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00760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7F3EFBD-B4F2-F929-4A06-6F13B5F7B0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1924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 Image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45D086E-DF0D-EA77-42DA-30D06A6215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14025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39942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28070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13955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A2442C3-F533-1B9F-09E7-AC1C88B25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11344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4959C2-0EA4-1F84-9951-8993395941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494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2977A46-41C3-31B7-5F50-917CE87B9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2732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1FA772-0BFE-9951-6889-D200B7DA58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1826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00751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22938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34817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40002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D813FA-E1E9-6CE5-DA3B-3550F513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1588"/>
            <a:ext cx="2743200" cy="23024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62003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79734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93888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166A59-25A3-3A00-7289-60767DE59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4070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0" y="296062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991778-B436-9629-6EC4-E96EA59B0C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7466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IN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93888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166A59-25A3-3A00-7289-60767DE59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85EEE0-72B3-62F6-B053-62104B421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13516"/>
            <a:ext cx="2538413" cy="175433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&lt;Insert function / division / ERG&gt;</a:t>
            </a:r>
          </a:p>
        </p:txBody>
      </p:sp>
    </p:spTree>
    <p:extLst>
      <p:ext uri="{BB962C8B-B14F-4D97-AF65-F5344CB8AC3E}">
        <p14:creationId xmlns:p14="http://schemas.microsoft.com/office/powerpoint/2010/main" val="283823050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Line FOR IN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0" y="296062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991778-B436-9629-6EC4-E96EA59B0C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E80AAB3-DEF4-AF2C-B6AC-85CF8F3D2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13516"/>
            <a:ext cx="2538413" cy="175433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&lt;Insert function / division / ERG&gt;</a:t>
            </a:r>
          </a:p>
        </p:txBody>
      </p:sp>
    </p:spTree>
    <p:extLst>
      <p:ext uri="{BB962C8B-B14F-4D97-AF65-F5344CB8AC3E}">
        <p14:creationId xmlns:p14="http://schemas.microsoft.com/office/powerpoint/2010/main" val="139816862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F1A0222-B118-DD79-00E6-0881AAA2BE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8892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FOR IN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2320"/>
            <a:ext cx="9586913" cy="247302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DA21C16-5BBE-C04F-31E7-A4211E9F9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13516"/>
            <a:ext cx="2538413" cy="175433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&lt;Insert function / division / ERG&gt;</a:t>
            </a:r>
          </a:p>
        </p:txBody>
      </p:sp>
    </p:spTree>
    <p:extLst>
      <p:ext uri="{BB962C8B-B14F-4D97-AF65-F5344CB8AC3E}">
        <p14:creationId xmlns:p14="http://schemas.microsoft.com/office/powerpoint/2010/main" val="9096179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77660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0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988960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97589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Tx/>
              <a:buFont typeface="SLB Sans Light" panose="02000503040000020004" pitchFamily="2" charset="0"/>
              <a:buChar char="→"/>
              <a:defRPr sz="36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A8ADEEA-C976-6343-E015-561A86660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8308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97780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57FFDA-D27B-2D1D-703B-FAC972FA97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585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65422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EA85E6-F1EF-96E4-5D58-38735E3A9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4373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60079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47048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CBC916D-681F-B16B-82E0-C83AEC5C63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83614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3055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71329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79700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85655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35514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49899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2A43E3D-583C-C3D3-EB91-4B474E93A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4322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E9F08A9-468B-A902-D68B-8E0B8D9536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7250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01E557-BFAD-DC7D-FAEB-CD9F2F2693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358322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C2D35B-A55A-CCD1-4EDA-D1E8C50801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3089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22708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38222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07324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967289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167288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Rectangle 37">
            <a:extLst>
              <a:ext uri="{FF2B5EF4-FFF2-40B4-BE49-F238E27FC236}">
                <a16:creationId xmlns:a16="http://schemas.microsoft.com/office/drawing/2014/main" id="{58156ED4-C724-C4C8-F7EA-015300ACDCDA}"/>
              </a:ext>
            </a:extLst>
          </p:cNvPr>
          <p:cNvSpPr/>
          <p:nvPr userDrawn="1"/>
        </p:nvSpPr>
        <p:spPr>
          <a:xfrm>
            <a:off x="5331688" y="1325105"/>
            <a:ext cx="2661131" cy="162579"/>
          </a:xfrm>
          <a:custGeom>
            <a:avLst/>
            <a:gdLst>
              <a:gd name="connsiteX0" fmla="*/ 0 w 2953157"/>
              <a:gd name="connsiteY0" fmla="*/ 0 h 294968"/>
              <a:gd name="connsiteX1" fmla="*/ 2953157 w 2953157"/>
              <a:gd name="connsiteY1" fmla="*/ 0 h 294968"/>
              <a:gd name="connsiteX2" fmla="*/ 2953157 w 2953157"/>
              <a:gd name="connsiteY2" fmla="*/ 294968 h 294968"/>
              <a:gd name="connsiteX3" fmla="*/ 0 w 2953157"/>
              <a:gd name="connsiteY3" fmla="*/ 294968 h 294968"/>
              <a:gd name="connsiteX4" fmla="*/ 0 w 2953157"/>
              <a:gd name="connsiteY4" fmla="*/ 0 h 294968"/>
              <a:gd name="connsiteX0" fmla="*/ 2953157 w 3044597"/>
              <a:gd name="connsiteY0" fmla="*/ 294968 h 386408"/>
              <a:gd name="connsiteX1" fmla="*/ 0 w 3044597"/>
              <a:gd name="connsiteY1" fmla="*/ 294968 h 386408"/>
              <a:gd name="connsiteX2" fmla="*/ 0 w 3044597"/>
              <a:gd name="connsiteY2" fmla="*/ 0 h 386408"/>
              <a:gd name="connsiteX3" fmla="*/ 2953157 w 3044597"/>
              <a:gd name="connsiteY3" fmla="*/ 0 h 386408"/>
              <a:gd name="connsiteX4" fmla="*/ 3044597 w 3044597"/>
              <a:gd name="connsiteY4" fmla="*/ 386408 h 386408"/>
              <a:gd name="connsiteX0" fmla="*/ 2953157 w 2953157"/>
              <a:gd name="connsiteY0" fmla="*/ 294968 h 294968"/>
              <a:gd name="connsiteX1" fmla="*/ 0 w 2953157"/>
              <a:gd name="connsiteY1" fmla="*/ 294968 h 294968"/>
              <a:gd name="connsiteX2" fmla="*/ 0 w 2953157"/>
              <a:gd name="connsiteY2" fmla="*/ 0 h 294968"/>
              <a:gd name="connsiteX3" fmla="*/ 2953157 w 2953157"/>
              <a:gd name="connsiteY3" fmla="*/ 0 h 294968"/>
              <a:gd name="connsiteX0" fmla="*/ 0 w 2953157"/>
              <a:gd name="connsiteY0" fmla="*/ 294968 h 294968"/>
              <a:gd name="connsiteX1" fmla="*/ 0 w 2953157"/>
              <a:gd name="connsiteY1" fmla="*/ 0 h 294968"/>
              <a:gd name="connsiteX2" fmla="*/ 2953157 w 2953157"/>
              <a:gd name="connsiteY2" fmla="*/ 0 h 29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3157" h="294968">
                <a:moveTo>
                  <a:pt x="0" y="294968"/>
                </a:moveTo>
                <a:lnTo>
                  <a:pt x="0" y="0"/>
                </a:lnTo>
                <a:lnTo>
                  <a:pt x="2953157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37">
            <a:extLst>
              <a:ext uri="{FF2B5EF4-FFF2-40B4-BE49-F238E27FC236}">
                <a16:creationId xmlns:a16="http://schemas.microsoft.com/office/drawing/2014/main" id="{60DD4155-E681-8496-6042-73DF066ECF2B}"/>
              </a:ext>
            </a:extLst>
          </p:cNvPr>
          <p:cNvSpPr/>
          <p:nvPr userDrawn="1"/>
        </p:nvSpPr>
        <p:spPr>
          <a:xfrm flipH="1">
            <a:off x="7992819" y="1325105"/>
            <a:ext cx="2726843" cy="155370"/>
          </a:xfrm>
          <a:custGeom>
            <a:avLst/>
            <a:gdLst>
              <a:gd name="connsiteX0" fmla="*/ 0 w 2953157"/>
              <a:gd name="connsiteY0" fmla="*/ 0 h 294968"/>
              <a:gd name="connsiteX1" fmla="*/ 2953157 w 2953157"/>
              <a:gd name="connsiteY1" fmla="*/ 0 h 294968"/>
              <a:gd name="connsiteX2" fmla="*/ 2953157 w 2953157"/>
              <a:gd name="connsiteY2" fmla="*/ 294968 h 294968"/>
              <a:gd name="connsiteX3" fmla="*/ 0 w 2953157"/>
              <a:gd name="connsiteY3" fmla="*/ 294968 h 294968"/>
              <a:gd name="connsiteX4" fmla="*/ 0 w 2953157"/>
              <a:gd name="connsiteY4" fmla="*/ 0 h 294968"/>
              <a:gd name="connsiteX0" fmla="*/ 2953157 w 3044597"/>
              <a:gd name="connsiteY0" fmla="*/ 294968 h 386408"/>
              <a:gd name="connsiteX1" fmla="*/ 0 w 3044597"/>
              <a:gd name="connsiteY1" fmla="*/ 294968 h 386408"/>
              <a:gd name="connsiteX2" fmla="*/ 0 w 3044597"/>
              <a:gd name="connsiteY2" fmla="*/ 0 h 386408"/>
              <a:gd name="connsiteX3" fmla="*/ 2953157 w 3044597"/>
              <a:gd name="connsiteY3" fmla="*/ 0 h 386408"/>
              <a:gd name="connsiteX4" fmla="*/ 3044597 w 3044597"/>
              <a:gd name="connsiteY4" fmla="*/ 386408 h 386408"/>
              <a:gd name="connsiteX0" fmla="*/ 2953157 w 2953157"/>
              <a:gd name="connsiteY0" fmla="*/ 294968 h 294968"/>
              <a:gd name="connsiteX1" fmla="*/ 0 w 2953157"/>
              <a:gd name="connsiteY1" fmla="*/ 294968 h 294968"/>
              <a:gd name="connsiteX2" fmla="*/ 0 w 2953157"/>
              <a:gd name="connsiteY2" fmla="*/ 0 h 294968"/>
              <a:gd name="connsiteX3" fmla="*/ 2953157 w 2953157"/>
              <a:gd name="connsiteY3" fmla="*/ 0 h 294968"/>
              <a:gd name="connsiteX0" fmla="*/ 0 w 2953157"/>
              <a:gd name="connsiteY0" fmla="*/ 294968 h 294968"/>
              <a:gd name="connsiteX1" fmla="*/ 0 w 2953157"/>
              <a:gd name="connsiteY1" fmla="*/ 0 h 294968"/>
              <a:gd name="connsiteX2" fmla="*/ 2953157 w 2953157"/>
              <a:gd name="connsiteY2" fmla="*/ 0 h 29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3157" h="294968">
                <a:moveTo>
                  <a:pt x="0" y="294968"/>
                </a:moveTo>
                <a:lnTo>
                  <a:pt x="0" y="0"/>
                </a:lnTo>
                <a:lnTo>
                  <a:pt x="2953157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8471442-A0FC-79B2-716A-AD491207FB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15327" y="1834645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B0AC40F-C188-4E7D-DFBC-5F174E04F0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183464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F2064006-13BA-260D-5F72-A83698C546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15327" y="2416512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76190752-2E45-38CB-6EE2-5D7C40CA745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94850" y="241651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CE87DEB-010C-51A8-74B9-8E0B369B4D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115327" y="2998379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90A96AB5-2247-CADB-3668-0658D26DDD5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94850" y="2998379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A7C344AD-2ABC-1A24-C992-F3E41BB28D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15327" y="3580246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4" name="Picture Placeholder 17">
            <a:extLst>
              <a:ext uri="{FF2B5EF4-FFF2-40B4-BE49-F238E27FC236}">
                <a16:creationId xmlns:a16="http://schemas.microsoft.com/office/drawing/2014/main" id="{07C77B3D-99E3-43EE-125B-88CD3CFBE78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594850" y="358024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346AA4C5-DD09-43AC-8CB1-E8EE5FCE79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15327" y="4162113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6" name="Picture Placeholder 17">
            <a:extLst>
              <a:ext uri="{FF2B5EF4-FFF2-40B4-BE49-F238E27FC236}">
                <a16:creationId xmlns:a16="http://schemas.microsoft.com/office/drawing/2014/main" id="{FBA9C083-88B5-12E1-7045-691ED16489B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94850" y="4162115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EA9F0863-C951-E320-C756-7996093E60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115327" y="4743980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8" name="Picture Placeholder 17">
            <a:extLst>
              <a:ext uri="{FF2B5EF4-FFF2-40B4-BE49-F238E27FC236}">
                <a16:creationId xmlns:a16="http://schemas.microsoft.com/office/drawing/2014/main" id="{D8741A89-9153-5934-F2D4-D06DAA49CE5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594850" y="474398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78F24352-6AB8-1A7D-E815-08B774AAFD9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115327" y="532584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94CCEA42-5EF9-8B60-DC72-564F6B26BE3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594850" y="532585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BB7D72ED-9BE9-1A1B-E831-59065EA7B5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15327" y="590771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117A069B-05F2-A496-1C7B-058F7CDD562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94850" y="590771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CF894B0F-C520-66A7-03AA-CF48D733044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21304" y="1834645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993BE976-BF6E-5824-7555-83FFBAB2A03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200827" y="183464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C76BF4DD-5BC9-E268-A769-049C14F24C9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1304" y="2416512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6" name="Picture Placeholder 17">
            <a:extLst>
              <a:ext uri="{FF2B5EF4-FFF2-40B4-BE49-F238E27FC236}">
                <a16:creationId xmlns:a16="http://schemas.microsoft.com/office/drawing/2014/main" id="{68142240-E8B9-A97C-BF06-97134BB775B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200827" y="241651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7EB23180-E1F0-0043-5D3A-5B455DE94AF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21304" y="2998379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8" name="Picture Placeholder 17">
            <a:extLst>
              <a:ext uri="{FF2B5EF4-FFF2-40B4-BE49-F238E27FC236}">
                <a16:creationId xmlns:a16="http://schemas.microsoft.com/office/drawing/2014/main" id="{CDFEA550-04E5-5217-1AAD-9FD4C35346C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00827" y="2998379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8753BB74-B228-CE2B-0E4F-56826923B7C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21304" y="3580246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719846A7-C329-A57A-6B6C-9061BAD0F9A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00827" y="358024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71853714-BD35-5C25-022A-AFDB8B4242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21304" y="4162113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2" name="Picture Placeholder 17">
            <a:extLst>
              <a:ext uri="{FF2B5EF4-FFF2-40B4-BE49-F238E27FC236}">
                <a16:creationId xmlns:a16="http://schemas.microsoft.com/office/drawing/2014/main" id="{FEED7496-C068-1760-F0B6-9A4BDD74A4B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200827" y="4162115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4D7A9AF9-2259-C373-742E-65562F5F91A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21304" y="4743980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4" name="Picture Placeholder 17">
            <a:extLst>
              <a:ext uri="{FF2B5EF4-FFF2-40B4-BE49-F238E27FC236}">
                <a16:creationId xmlns:a16="http://schemas.microsoft.com/office/drawing/2014/main" id="{86309E8D-D721-AAA9-E448-3BBCCA29A9B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200827" y="474398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67D8D4E2-2847-B8EC-8209-3715297B67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21304" y="532584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6" name="Picture Placeholder 17">
            <a:extLst>
              <a:ext uri="{FF2B5EF4-FFF2-40B4-BE49-F238E27FC236}">
                <a16:creationId xmlns:a16="http://schemas.microsoft.com/office/drawing/2014/main" id="{691250C0-1117-AC38-C450-EC202F7FAE8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200827" y="532585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6F5684D0-6773-B13C-B209-C26B23513E4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21304" y="590771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8" name="Picture Placeholder 17">
            <a:extLst>
              <a:ext uri="{FF2B5EF4-FFF2-40B4-BE49-F238E27FC236}">
                <a16:creationId xmlns:a16="http://schemas.microsoft.com/office/drawing/2014/main" id="{B05A7DE7-4A4B-F029-CEA1-147031B5699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200827" y="590771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F0B6B0E3-C41F-CF6D-FB39-9E5347803E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27281" y="1834645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0" name="Picture Placeholder 17">
            <a:extLst>
              <a:ext uri="{FF2B5EF4-FFF2-40B4-BE49-F238E27FC236}">
                <a16:creationId xmlns:a16="http://schemas.microsoft.com/office/drawing/2014/main" id="{FC9D60A6-FD0D-09FE-16A6-A7D485156B7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806804" y="183464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1" name="Text Placeholder 15">
            <a:extLst>
              <a:ext uri="{FF2B5EF4-FFF2-40B4-BE49-F238E27FC236}">
                <a16:creationId xmlns:a16="http://schemas.microsoft.com/office/drawing/2014/main" id="{7FD918E2-5F1B-29BB-ED04-C973D2A8AF4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7281" y="2416512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2" name="Picture Placeholder 17">
            <a:extLst>
              <a:ext uri="{FF2B5EF4-FFF2-40B4-BE49-F238E27FC236}">
                <a16:creationId xmlns:a16="http://schemas.microsoft.com/office/drawing/2014/main" id="{E5F9150E-C036-82E2-CCFF-54D5903B581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806804" y="241651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75F9EE17-318C-F987-02CE-DEBB9E7231F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327281" y="2998379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4" name="Picture Placeholder 17">
            <a:extLst>
              <a:ext uri="{FF2B5EF4-FFF2-40B4-BE49-F238E27FC236}">
                <a16:creationId xmlns:a16="http://schemas.microsoft.com/office/drawing/2014/main" id="{10D5800D-A63F-94B9-F397-FA215D77E22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4806804" y="2998379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CE92E0E4-0C3F-88A1-9E8C-D0DE514CE3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327281" y="3580246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6" name="Picture Placeholder 17">
            <a:extLst>
              <a:ext uri="{FF2B5EF4-FFF2-40B4-BE49-F238E27FC236}">
                <a16:creationId xmlns:a16="http://schemas.microsoft.com/office/drawing/2014/main" id="{69816FC4-7721-91F5-EC37-07D882D12AE9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4806804" y="358024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Text Placeholder 15">
            <a:extLst>
              <a:ext uri="{FF2B5EF4-FFF2-40B4-BE49-F238E27FC236}">
                <a16:creationId xmlns:a16="http://schemas.microsoft.com/office/drawing/2014/main" id="{247B4491-9D7D-A3EB-3E57-66DF7254576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327281" y="4162113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8" name="Picture Placeholder 17">
            <a:extLst>
              <a:ext uri="{FF2B5EF4-FFF2-40B4-BE49-F238E27FC236}">
                <a16:creationId xmlns:a16="http://schemas.microsoft.com/office/drawing/2014/main" id="{0114C038-51B2-2830-2B21-B81F900BA75D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806804" y="4162115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74D01E90-9044-8095-1ABD-88AFA1E7426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327281" y="4743980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60" name="Picture Placeholder 17">
            <a:extLst>
              <a:ext uri="{FF2B5EF4-FFF2-40B4-BE49-F238E27FC236}">
                <a16:creationId xmlns:a16="http://schemas.microsoft.com/office/drawing/2014/main" id="{65072126-5BB0-BB71-69D1-7019D918B3B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806804" y="474398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1" name="Text Placeholder 15">
            <a:extLst>
              <a:ext uri="{FF2B5EF4-FFF2-40B4-BE49-F238E27FC236}">
                <a16:creationId xmlns:a16="http://schemas.microsoft.com/office/drawing/2014/main" id="{0AE65C30-A0C4-28CD-EDA9-18FFD8F4245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327281" y="532584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62" name="Picture Placeholder 17">
            <a:extLst>
              <a:ext uri="{FF2B5EF4-FFF2-40B4-BE49-F238E27FC236}">
                <a16:creationId xmlns:a16="http://schemas.microsoft.com/office/drawing/2014/main" id="{29E43FEC-AD36-6A07-6883-9877C04B7290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4806804" y="532585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3" name="Text Placeholder 15">
            <a:extLst>
              <a:ext uri="{FF2B5EF4-FFF2-40B4-BE49-F238E27FC236}">
                <a16:creationId xmlns:a16="http://schemas.microsoft.com/office/drawing/2014/main" id="{83FE1007-FD02-2CEF-3CDE-5CBA4DF3E4D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27281" y="590771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64" name="Picture Placeholder 17">
            <a:extLst>
              <a:ext uri="{FF2B5EF4-FFF2-40B4-BE49-F238E27FC236}">
                <a16:creationId xmlns:a16="http://schemas.microsoft.com/office/drawing/2014/main" id="{7E0223E7-62AA-09EB-5009-78D5A9EC1183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4806804" y="590771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430BCD9F-EF16-1288-3617-AB89C92C3BD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594850" y="1530579"/>
            <a:ext cx="2278063" cy="233910"/>
          </a:xfrm>
        </p:spPr>
        <p:txBody>
          <a:bodyPr>
            <a:spAutoFit/>
          </a:bodyPr>
          <a:lstStyle>
            <a:lvl1pPr>
              <a:defRPr sz="1600" b="0">
                <a:solidFill>
                  <a:schemeClr val="accent1"/>
                </a:solidFill>
                <a:latin typeface="+mn-lt"/>
              </a:defRPr>
            </a:lvl1pPr>
            <a:lvl2pPr>
              <a:defRPr sz="1200">
                <a:solidFill>
                  <a:schemeClr val="accent1"/>
                </a:solidFill>
                <a:latin typeface="+mn-lt"/>
              </a:defRPr>
            </a:lvl2pPr>
            <a:lvl3pPr>
              <a:defRPr sz="1200">
                <a:solidFill>
                  <a:schemeClr val="accent1"/>
                </a:solidFill>
                <a:latin typeface="+mn-lt"/>
              </a:defRPr>
            </a:lvl3pPr>
            <a:lvl4pPr>
              <a:defRPr sz="1200">
                <a:solidFill>
                  <a:schemeClr val="accent1"/>
                </a:solidFill>
                <a:latin typeface="+mn-lt"/>
              </a:defRPr>
            </a:lvl4pPr>
            <a:lvl5pPr>
              <a:defRPr sz="120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GB"/>
              <a:t>Sector</a:t>
            </a:r>
            <a:endParaRPr lang="en-US"/>
          </a:p>
        </p:txBody>
      </p:sp>
      <p:sp>
        <p:nvSpPr>
          <p:cNvPr id="67" name="Text Placeholder 15">
            <a:extLst>
              <a:ext uri="{FF2B5EF4-FFF2-40B4-BE49-F238E27FC236}">
                <a16:creationId xmlns:a16="http://schemas.microsoft.com/office/drawing/2014/main" id="{F5A0159A-48C1-11B0-94D5-85BE1F1A8E5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15327" y="469308"/>
            <a:ext cx="1757586" cy="486048"/>
          </a:xfrm>
          <a:solidFill>
            <a:schemeClr val="accent1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68" name="Picture Placeholder 17">
            <a:extLst>
              <a:ext uri="{FF2B5EF4-FFF2-40B4-BE49-F238E27FC236}">
                <a16:creationId xmlns:a16="http://schemas.microsoft.com/office/drawing/2014/main" id="{CA6F4CE9-A0D2-8BF5-AFEF-A56871FD09B1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9594850" y="469306"/>
            <a:ext cx="520477" cy="486049"/>
          </a:xfrm>
          <a:solidFill>
            <a:schemeClr val="bg2"/>
          </a:solidFill>
        </p:spPr>
        <p:txBody>
          <a:bodyPr/>
          <a:lstStyle>
            <a:lvl1pPr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Text Placeholder 15">
            <a:extLst>
              <a:ext uri="{FF2B5EF4-FFF2-40B4-BE49-F238E27FC236}">
                <a16:creationId xmlns:a16="http://schemas.microsoft.com/office/drawing/2014/main" id="{574865F7-4B16-D1CB-686C-622E608BD80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721304" y="469308"/>
            <a:ext cx="1757586" cy="486048"/>
          </a:xfrm>
          <a:solidFill>
            <a:schemeClr val="accent1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70" name="Picture Placeholder 17">
            <a:extLst>
              <a:ext uri="{FF2B5EF4-FFF2-40B4-BE49-F238E27FC236}">
                <a16:creationId xmlns:a16="http://schemas.microsoft.com/office/drawing/2014/main" id="{1E792525-F892-64A3-B9B3-E4EF44CA94FC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7200827" y="469306"/>
            <a:ext cx="520477" cy="486049"/>
          </a:xfrm>
          <a:solidFill>
            <a:schemeClr val="bg2"/>
          </a:solidFill>
        </p:spPr>
        <p:txBody>
          <a:bodyPr/>
          <a:lstStyle>
            <a:lvl1pPr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Text Placeholder 65">
            <a:extLst>
              <a:ext uri="{FF2B5EF4-FFF2-40B4-BE49-F238E27FC236}">
                <a16:creationId xmlns:a16="http://schemas.microsoft.com/office/drawing/2014/main" id="{DBF027CA-B0C2-419A-DAF8-ECCBDE96EFB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202379" y="1530579"/>
            <a:ext cx="2278063" cy="233910"/>
          </a:xfrm>
        </p:spPr>
        <p:txBody>
          <a:bodyPr>
            <a:spAutoFit/>
          </a:bodyPr>
          <a:lstStyle>
            <a:lvl1pPr>
              <a:defRPr sz="1600" b="0">
                <a:solidFill>
                  <a:schemeClr val="accent1"/>
                </a:solidFill>
                <a:latin typeface="+mn-lt"/>
              </a:defRPr>
            </a:lvl1pPr>
            <a:lvl2pPr>
              <a:defRPr sz="1200">
                <a:solidFill>
                  <a:schemeClr val="accent1"/>
                </a:solidFill>
                <a:latin typeface="+mn-lt"/>
              </a:defRPr>
            </a:lvl2pPr>
            <a:lvl3pPr>
              <a:defRPr sz="1200">
                <a:solidFill>
                  <a:schemeClr val="accent1"/>
                </a:solidFill>
                <a:latin typeface="+mn-lt"/>
              </a:defRPr>
            </a:lvl3pPr>
            <a:lvl4pPr>
              <a:defRPr sz="1200">
                <a:solidFill>
                  <a:schemeClr val="accent1"/>
                </a:solidFill>
                <a:latin typeface="+mn-lt"/>
              </a:defRPr>
            </a:lvl4pPr>
            <a:lvl5pPr>
              <a:defRPr sz="120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GB"/>
              <a:t>Sector</a:t>
            </a:r>
            <a:endParaRPr lang="en-US"/>
          </a:p>
        </p:txBody>
      </p:sp>
      <p:sp>
        <p:nvSpPr>
          <p:cNvPr id="73" name="Text Placeholder 65">
            <a:extLst>
              <a:ext uri="{FF2B5EF4-FFF2-40B4-BE49-F238E27FC236}">
                <a16:creationId xmlns:a16="http://schemas.microsoft.com/office/drawing/2014/main" id="{2F0FD107-669C-B260-FA7E-02BB020E45D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806804" y="1530579"/>
            <a:ext cx="2278063" cy="233910"/>
          </a:xfrm>
        </p:spPr>
        <p:txBody>
          <a:bodyPr>
            <a:spAutoFit/>
          </a:bodyPr>
          <a:lstStyle>
            <a:lvl1pPr>
              <a:defRPr sz="1600" b="0">
                <a:solidFill>
                  <a:schemeClr val="accent1"/>
                </a:solidFill>
                <a:latin typeface="+mn-lt"/>
              </a:defRPr>
            </a:lvl1pPr>
            <a:lvl2pPr>
              <a:defRPr sz="1200">
                <a:solidFill>
                  <a:schemeClr val="accent1"/>
                </a:solidFill>
                <a:latin typeface="+mn-lt"/>
              </a:defRPr>
            </a:lvl2pPr>
            <a:lvl3pPr>
              <a:defRPr sz="1200">
                <a:solidFill>
                  <a:schemeClr val="accent1"/>
                </a:solidFill>
                <a:latin typeface="+mn-lt"/>
              </a:defRPr>
            </a:lvl3pPr>
            <a:lvl4pPr>
              <a:defRPr sz="1200">
                <a:solidFill>
                  <a:schemeClr val="accent1"/>
                </a:solidFill>
                <a:latin typeface="+mn-lt"/>
              </a:defRPr>
            </a:lvl4pPr>
            <a:lvl5pPr>
              <a:defRPr sz="120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GB"/>
              <a:t>Sector</a:t>
            </a:r>
            <a:endParaRPr lang="en-US"/>
          </a:p>
        </p:txBody>
      </p:sp>
      <p:sp>
        <p:nvSpPr>
          <p:cNvPr id="74" name="Rectangle 6">
            <a:extLst>
              <a:ext uri="{FF2B5EF4-FFF2-40B4-BE49-F238E27FC236}">
                <a16:creationId xmlns:a16="http://schemas.microsoft.com/office/drawing/2014/main" id="{835A19E8-130B-392B-16A3-C595D3D5BF5C}"/>
              </a:ext>
            </a:extLst>
          </p:cNvPr>
          <p:cNvSpPr/>
          <p:nvPr userDrawn="1"/>
        </p:nvSpPr>
        <p:spPr>
          <a:xfrm>
            <a:off x="8296117" y="955350"/>
            <a:ext cx="2597465" cy="155370"/>
          </a:xfrm>
          <a:custGeom>
            <a:avLst/>
            <a:gdLst>
              <a:gd name="connsiteX0" fmla="*/ 0 w 3200400"/>
              <a:gd name="connsiteY0" fmla="*/ 0 h 444109"/>
              <a:gd name="connsiteX1" fmla="*/ 3200400 w 3200400"/>
              <a:gd name="connsiteY1" fmla="*/ 0 h 444109"/>
              <a:gd name="connsiteX2" fmla="*/ 3200400 w 3200400"/>
              <a:gd name="connsiteY2" fmla="*/ 444109 h 444109"/>
              <a:gd name="connsiteX3" fmla="*/ 0 w 3200400"/>
              <a:gd name="connsiteY3" fmla="*/ 444109 h 444109"/>
              <a:gd name="connsiteX4" fmla="*/ 0 w 3200400"/>
              <a:gd name="connsiteY4" fmla="*/ 0 h 444109"/>
              <a:gd name="connsiteX0" fmla="*/ 0 w 3200400"/>
              <a:gd name="connsiteY0" fmla="*/ 9525 h 453634"/>
              <a:gd name="connsiteX1" fmla="*/ 1657350 w 3200400"/>
              <a:gd name="connsiteY1" fmla="*/ 0 h 453634"/>
              <a:gd name="connsiteX2" fmla="*/ 3200400 w 3200400"/>
              <a:gd name="connsiteY2" fmla="*/ 9525 h 453634"/>
              <a:gd name="connsiteX3" fmla="*/ 3200400 w 3200400"/>
              <a:gd name="connsiteY3" fmla="*/ 453634 h 453634"/>
              <a:gd name="connsiteX4" fmla="*/ 0 w 3200400"/>
              <a:gd name="connsiteY4" fmla="*/ 453634 h 453634"/>
              <a:gd name="connsiteX5" fmla="*/ 0 w 3200400"/>
              <a:gd name="connsiteY5" fmla="*/ 9525 h 453634"/>
              <a:gd name="connsiteX0" fmla="*/ 1657350 w 3200400"/>
              <a:gd name="connsiteY0" fmla="*/ 0 h 453634"/>
              <a:gd name="connsiteX1" fmla="*/ 3200400 w 3200400"/>
              <a:gd name="connsiteY1" fmla="*/ 9525 h 453634"/>
              <a:gd name="connsiteX2" fmla="*/ 3200400 w 3200400"/>
              <a:gd name="connsiteY2" fmla="*/ 453634 h 453634"/>
              <a:gd name="connsiteX3" fmla="*/ 0 w 3200400"/>
              <a:gd name="connsiteY3" fmla="*/ 453634 h 453634"/>
              <a:gd name="connsiteX4" fmla="*/ 0 w 3200400"/>
              <a:gd name="connsiteY4" fmla="*/ 9525 h 453634"/>
              <a:gd name="connsiteX5" fmla="*/ 1748790 w 3200400"/>
              <a:gd name="connsiteY5" fmla="*/ 91440 h 453634"/>
              <a:gd name="connsiteX0" fmla="*/ 1657350 w 3200400"/>
              <a:gd name="connsiteY0" fmla="*/ 0 h 453634"/>
              <a:gd name="connsiteX1" fmla="*/ 3200400 w 3200400"/>
              <a:gd name="connsiteY1" fmla="*/ 9525 h 453634"/>
              <a:gd name="connsiteX2" fmla="*/ 3200400 w 3200400"/>
              <a:gd name="connsiteY2" fmla="*/ 453634 h 453634"/>
              <a:gd name="connsiteX3" fmla="*/ 0 w 3200400"/>
              <a:gd name="connsiteY3" fmla="*/ 453634 h 453634"/>
              <a:gd name="connsiteX4" fmla="*/ 0 w 3200400"/>
              <a:gd name="connsiteY4" fmla="*/ 9525 h 453634"/>
              <a:gd name="connsiteX0" fmla="*/ 3200400 w 3200400"/>
              <a:gd name="connsiteY0" fmla="*/ 0 h 444109"/>
              <a:gd name="connsiteX1" fmla="*/ 3200400 w 3200400"/>
              <a:gd name="connsiteY1" fmla="*/ 444109 h 444109"/>
              <a:gd name="connsiteX2" fmla="*/ 0 w 3200400"/>
              <a:gd name="connsiteY2" fmla="*/ 444109 h 444109"/>
              <a:gd name="connsiteX3" fmla="*/ 0 w 3200400"/>
              <a:gd name="connsiteY3" fmla="*/ 0 h 44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0400" h="444109">
                <a:moveTo>
                  <a:pt x="3200400" y="0"/>
                </a:moveTo>
                <a:lnTo>
                  <a:pt x="3200400" y="444109"/>
                </a:lnTo>
                <a:lnTo>
                  <a:pt x="0" y="444109"/>
                </a:lnTo>
                <a:lnTo>
                  <a:pt x="0" y="0"/>
                </a:lnTo>
              </a:path>
            </a:pathLst>
          </a:custGeom>
          <a:noFill/>
          <a:ln w="9525" cap="sq">
            <a:solidFill>
              <a:schemeClr val="accent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      </a:t>
            </a:r>
          </a:p>
        </p:txBody>
      </p:sp>
      <p:sp>
        <p:nvSpPr>
          <p:cNvPr id="75" name="Text Placeholder 65">
            <a:extLst>
              <a:ext uri="{FF2B5EF4-FFF2-40B4-BE49-F238E27FC236}">
                <a16:creationId xmlns:a16="http://schemas.microsoft.com/office/drawing/2014/main" id="{C11ABC07-B062-43C9-5120-B7A225863B5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958513" y="985667"/>
            <a:ext cx="449262" cy="160813"/>
          </a:xfrm>
        </p:spPr>
        <p:txBody>
          <a:bodyPr wrap="square">
            <a:spAutoFit/>
          </a:bodyPr>
          <a:lstStyle>
            <a:lvl1pPr>
              <a:defRPr sz="1100" b="0">
                <a:solidFill>
                  <a:schemeClr val="accent1"/>
                </a:solidFill>
                <a:latin typeface="+mn-lt"/>
              </a:defRPr>
            </a:lvl1pPr>
            <a:lvl2pPr>
              <a:defRPr sz="1200">
                <a:solidFill>
                  <a:schemeClr val="accent1"/>
                </a:solidFill>
                <a:latin typeface="+mn-lt"/>
              </a:defRPr>
            </a:lvl2pPr>
            <a:lvl3pPr>
              <a:defRPr sz="1200">
                <a:solidFill>
                  <a:schemeClr val="accent1"/>
                </a:solidFill>
                <a:latin typeface="+mn-lt"/>
              </a:defRPr>
            </a:lvl3pPr>
            <a:lvl4pPr>
              <a:defRPr sz="1200">
                <a:solidFill>
                  <a:schemeClr val="accent1"/>
                </a:solidFill>
                <a:latin typeface="+mn-lt"/>
              </a:defRPr>
            </a:lvl4pPr>
            <a:lvl5pPr>
              <a:defRPr sz="120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GB"/>
              <a:t>Sector</a:t>
            </a:r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991A43D-D9FC-0639-B455-EB6D993DD5C7}"/>
              </a:ext>
            </a:extLst>
          </p:cNvPr>
          <p:cNvCxnSpPr>
            <a:cxnSpLocks/>
          </p:cNvCxnSpPr>
          <p:nvPr userDrawn="1"/>
        </p:nvCxnSpPr>
        <p:spPr>
          <a:xfrm>
            <a:off x="7992824" y="892725"/>
            <a:ext cx="0" cy="587750"/>
          </a:xfrm>
          <a:prstGeom prst="line">
            <a:avLst/>
          </a:prstGeom>
          <a:ln w="9525" cap="rnd">
            <a:solidFill>
              <a:schemeClr val="accent1"/>
            </a:solidFill>
            <a:round/>
            <a:headEnd type="none" w="med" len="med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3912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93917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ptop for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9A17E6-4AC8-E994-D92E-83B1DC7B0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3F27B-1253-3930-8B65-C212B41871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CF470-A452-95FA-1832-626BD1C260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6794F51-D76A-D010-D3D5-C0B86154AB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42979" y="720955"/>
            <a:ext cx="8104321" cy="5079770"/>
          </a:xfrm>
          <a:prstGeom prst="roundRect">
            <a:avLst>
              <a:gd name="adj" fmla="val 157"/>
            </a:avLst>
          </a:prstGeom>
          <a:noFill/>
        </p:spPr>
        <p:txBody>
          <a:bodyPr/>
          <a:lstStyle>
            <a:lvl1pPr>
              <a:defRPr sz="1600" b="0"/>
            </a:lvl1pPr>
          </a:lstStyle>
          <a:p>
            <a:r>
              <a:rPr lang="en-US"/>
              <a:t> Delete if not required</a:t>
            </a:r>
          </a:p>
        </p:txBody>
      </p:sp>
    </p:spTree>
    <p:extLst>
      <p:ext uri="{BB962C8B-B14F-4D97-AF65-F5344CB8AC3E}">
        <p14:creationId xmlns:p14="http://schemas.microsoft.com/office/powerpoint/2010/main" val="30490399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D712-83A5-E7E7-CB04-2208E2523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98F81-C7BD-1F76-2FDD-CD200CCB0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9F349-CF7D-7871-D3D8-39233141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8931-2B68-443F-9D9E-0A701A49BEE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BAD2F-D624-13D3-D351-7C24DC67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A0312-1074-9453-7031-58547C75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74BF7-33F8-4EC0-860E-35BE09A2AB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67283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CD9EC5-3E3F-EB76-515C-E1C9F596C4A3}"/>
              </a:ext>
            </a:extLst>
          </p:cNvPr>
          <p:cNvSpPr/>
          <p:nvPr userDrawn="1"/>
        </p:nvSpPr>
        <p:spPr>
          <a:xfrm>
            <a:off x="4026577" y="0"/>
            <a:ext cx="81654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4BEF29-7A0D-1AA5-F85E-3E05577252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3674" y="1946542"/>
            <a:ext cx="3194050" cy="373670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5E21105-0E9D-5035-7872-F4EBF95D7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43107" y="1946542"/>
            <a:ext cx="3187700" cy="373670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7" name="Footer Placeholder 4">
            <a:extLst>
              <a:ext uri="{FF2B5EF4-FFF2-40B4-BE49-F238E27FC236}">
                <a16:creationId xmlns:a16="http://schemas.microsoft.com/office/drawing/2014/main" id="{AFB011D4-006F-18D9-FAC0-B0BE127CE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Global footer where sharing status is set. Internal use only.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5023570B-1E20-A9B1-E43E-0DBB69618C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142" name="Title 1">
            <a:extLst>
              <a:ext uri="{FF2B5EF4-FFF2-40B4-BE49-F238E27FC236}">
                <a16:creationId xmlns:a16="http://schemas.microsoft.com/office/drawing/2014/main" id="{EAAB1FB0-CDB9-9812-413D-4A55E5BD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94" y="2692818"/>
            <a:ext cx="3104314" cy="11779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545596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70B488-C52C-C7B7-8696-BFC805D37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7867" y="1205539"/>
            <a:ext cx="4826447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98F8D51-D9B2-D74F-62EF-B30781D10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7963" y="1182412"/>
            <a:ext cx="5627493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B9C5039-71F2-5AF3-BCD4-CEE79A1C5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Global footer where sharing status is set. Internal use only.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4438CBB-721C-5BBB-28CD-53E599822F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59" name="Title 1">
            <a:extLst>
              <a:ext uri="{FF2B5EF4-FFF2-40B4-BE49-F238E27FC236}">
                <a16:creationId xmlns:a16="http://schemas.microsoft.com/office/drawing/2014/main" id="{BC5F122E-A97D-235B-4F06-238D8DE28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94" y="414699"/>
            <a:ext cx="5638800" cy="5306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68809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Key Numb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C061F0D-535E-5F5E-76A5-5AD3E63BE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Global footer where sharing status is set. Internal use only.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D89E6D0-AA7D-26D7-BD23-A2527C61D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5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c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2470" y="1394461"/>
            <a:ext cx="5638800" cy="4511040"/>
          </a:xfrm>
        </p:spPr>
        <p:txBody>
          <a:bodyPr>
            <a:noAutofit/>
          </a:bodyPr>
          <a:lstStyle>
            <a:lvl1pPr>
              <a:defRPr sz="2500"/>
            </a:lvl1pPr>
            <a:lvl2pPr marL="344223" indent="-342900">
              <a:buClr>
                <a:srgbClr val="004483"/>
              </a:buClr>
              <a:buSzPct val="100000"/>
              <a:buFont typeface="Wingdings" charset="2"/>
              <a:buChar char="§"/>
              <a:defRPr sz="25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6539139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CD9EC5-3E3F-EB76-515C-E1C9F596C4A3}"/>
              </a:ext>
            </a:extLst>
          </p:cNvPr>
          <p:cNvSpPr/>
          <p:nvPr userDrawn="1"/>
        </p:nvSpPr>
        <p:spPr>
          <a:xfrm>
            <a:off x="0" y="0"/>
            <a:ext cx="43727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D5988090-BB40-445D-21D2-08B384F19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41758DAF-E99C-01A7-B323-1B48DDD48F66}"/>
              </a:ext>
            </a:extLst>
          </p:cNvPr>
          <p:cNvSpPr txBox="1">
            <a:spLocks/>
          </p:cNvSpPr>
          <p:nvPr userDrawn="1"/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EA9E9D71-2094-818C-7329-511DBDAB8D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58" name="Title 1">
            <a:extLst>
              <a:ext uri="{FF2B5EF4-FFF2-40B4-BE49-F238E27FC236}">
                <a16:creationId xmlns:a16="http://schemas.microsoft.com/office/drawing/2014/main" id="{ED77F075-31E2-1B7E-52A0-69F85FAFE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94" y="414698"/>
            <a:ext cx="3344692" cy="11093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67983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75334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1A5716-3608-4053-4CC8-84BF92B5D6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7963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Sent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1" y="0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47EC89-A6A9-22D1-1BE8-E0D34780BD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21806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299391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82232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225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042310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52029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Font typeface="SLB Sans Light" panose="02000503040000020004" pitchFamily="2" charset="0"/>
              <a:buChar char="→"/>
              <a:defRPr sz="36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0650C58-ADB6-799E-D665-4F33A4818F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0790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42325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BC1DE3-EE83-6842-B054-58DA3F6BFD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0278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98502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5DA967-430E-FD94-6B0C-7C66CB6678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0795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00188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551275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DAAA2D-F47B-6394-6A72-F074375588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6114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D43530-2003-7EDD-62EC-552AB7BE35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6386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7F3EFBD-B4F2-F929-4A06-6F13B5F7B0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53484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 Image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45D086E-DF0D-EA77-42DA-30D06A6215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2034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51964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70561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037682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A2442C3-F533-1B9F-09E7-AC1C88B25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44329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4959C2-0EA4-1F84-9951-8993395941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3569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2977A46-41C3-31B7-5F50-917CE87B9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19307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1FA772-0BFE-9951-6889-D200B7DA58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16839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371069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910325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571836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D813FA-E1E9-6CE5-DA3B-3550F513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1588"/>
            <a:ext cx="2743200" cy="23024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045862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38307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455741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572030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75334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166A59-25A3-3A00-7289-60767DE59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88214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Sent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1" y="0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991778-B436-9629-6EC4-E96EA59B0C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80645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87331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82232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225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9059346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84788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Tx/>
              <a:buFont typeface="SLB Sans Light" panose="02000503040000020004" pitchFamily="2" charset="0"/>
              <a:buChar char="→"/>
              <a:defRPr sz="36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A8ADEEA-C976-6343-E015-561A86660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02234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411507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57FFDA-D27B-2D1D-703B-FAC972FA97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78840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252832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EA85E6-F1EF-96E4-5D58-38735E3A9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01753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012719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67449613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GB"/>
              <a:t>Click icon to add chart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CBC916D-681F-B16B-82E0-C83AEC5C63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6156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431198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6237962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47575501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06324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53434964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4023608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2A43E3D-583C-C3D3-EB91-4B474E93A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022" y="6136229"/>
            <a:ext cx="879551" cy="61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359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E9F08A9-468B-A902-D68B-8E0B8D9536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689081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01E557-BFAD-DC7D-FAEB-CD9F2F2693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9347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C2D35B-A55A-CCD1-4EDA-D1E8C50801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24155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200780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6984714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3259977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1311769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1703833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374769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6C3BD02-55AB-428B-AC85-8A6ED2D5C3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40630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6C3BD02-55AB-428B-AC85-8A6ED2D5C3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708712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75334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166A59-25A3-3A00-7289-60767DE59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84329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Sent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1" y="0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991778-B436-9629-6EC4-E96EA59B0C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16204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F1A0222-B118-DD79-00E6-0881AAA2BE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769414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82232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225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97455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96152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Tx/>
              <a:buFont typeface="SLB Sans Light" panose="02000503040000020004" pitchFamily="2" charset="0"/>
              <a:buChar char="→"/>
              <a:defRPr sz="36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A8ADEEA-C976-6343-E015-561A86660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13003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747631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57FFDA-D27B-2D1D-703B-FAC972FA97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35656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330867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EA85E6-F1EF-96E4-5D58-38735E3A9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83879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358261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5980013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GB"/>
              <a:t>Click icon to add chart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CBC916D-681F-B16B-82E0-C83AEC5C63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17856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541451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1309571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48636418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200874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5660024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54225058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2A43E3D-583C-C3D3-EB91-4B474E93A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24573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E9F08A9-468B-A902-D68B-8E0B8D9536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12834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01E557-BFAD-DC7D-FAEB-CD9F2F2693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27611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C2D35B-A55A-CCD1-4EDA-D1E8C50801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14074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4101778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956491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644771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17927844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4085239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883806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asin Ma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B0B03C-65C1-B39F-F4CF-D3F9200D5416}"/>
              </a:ext>
            </a:extLst>
          </p:cNvPr>
          <p:cNvSpPr/>
          <p:nvPr userDrawn="1"/>
        </p:nvSpPr>
        <p:spPr>
          <a:xfrm>
            <a:off x="238539" y="1078788"/>
            <a:ext cx="9117495" cy="5562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EF50B7-28CC-1AAA-7DAB-B4A38148BF8A}"/>
              </a:ext>
            </a:extLst>
          </p:cNvPr>
          <p:cNvSpPr/>
          <p:nvPr userDrawn="1"/>
        </p:nvSpPr>
        <p:spPr>
          <a:xfrm>
            <a:off x="238540" y="261709"/>
            <a:ext cx="9117494" cy="734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8672513" cy="332399"/>
          </a:xfrm>
        </p:spPr>
        <p:txBody>
          <a:bodyPr wrap="square">
            <a:sp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58762FB-9D63-2349-6E8F-D2CFE4E431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5A8EDF0-4DAB-ACF1-7FD5-891321DB014E}"/>
              </a:ext>
            </a:extLst>
          </p:cNvPr>
          <p:cNvSpPr/>
          <p:nvPr userDrawn="1"/>
        </p:nvSpPr>
        <p:spPr>
          <a:xfrm>
            <a:off x="238540" y="189708"/>
            <a:ext cx="9117494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678054-26F6-BE3B-EE69-C659B73A4C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4850" y="1376362"/>
            <a:ext cx="2278063" cy="45608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7165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ckground +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03206" y="6243782"/>
            <a:ext cx="1645882" cy="36960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6181E4-4A7F-4F3A-821A-FABBDB96F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02" y="241301"/>
            <a:ext cx="11288600" cy="942040"/>
          </a:xfrm>
        </p:spPr>
        <p:txBody>
          <a:bodyPr/>
          <a:lstStyle>
            <a:lvl1pPr>
              <a:defRPr sz="3200">
                <a:solidFill>
                  <a:srgbClr val="00336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FC1D3D-C20F-4B4F-B5EF-A1E3505369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3600" y="1371600"/>
            <a:ext cx="11289600" cy="4755600"/>
          </a:xfrm>
          <a:prstGeom prst="rect">
            <a:avLst/>
          </a:prstGeom>
        </p:spPr>
        <p:txBody>
          <a:bodyPr/>
          <a:lstStyle>
            <a:lvl1pPr>
              <a:buClr>
                <a:srgbClr val="336699"/>
              </a:buClr>
              <a:buFont typeface="Wingdings" pitchFamily="2" charset="2"/>
              <a:buChar char="§"/>
              <a:defRPr sz="2800"/>
            </a:lvl1pPr>
            <a:lvl2pPr>
              <a:buClr>
                <a:srgbClr val="336699"/>
              </a:buClr>
              <a:buSzPct val="100000"/>
              <a:buFont typeface="Tahoma" pitchFamily="34" charset="0"/>
              <a:buChar char="–"/>
              <a:defRPr sz="2400"/>
            </a:lvl2pPr>
            <a:lvl3pPr>
              <a:buClr>
                <a:srgbClr val="336699"/>
              </a:buClr>
              <a:buSzPct val="100000"/>
              <a:buFont typeface="Wingdings" pitchFamily="2" charset="2"/>
              <a:buChar char="§"/>
              <a:defRPr sz="2000"/>
            </a:lvl3pPr>
            <a:lvl4pPr>
              <a:buClr>
                <a:srgbClr val="336699"/>
              </a:buClr>
              <a:buSzPct val="100000"/>
              <a:buFont typeface="Arial Narrow" pitchFamily="34" charset="0"/>
              <a:buChar char="–"/>
              <a:defRPr sz="1800"/>
            </a:lvl4pPr>
            <a:lvl5pPr>
              <a:buClr>
                <a:srgbClr val="336699"/>
              </a:buClr>
              <a:buSzPct val="100000"/>
              <a:defRPr sz="1600"/>
            </a:lvl5pPr>
          </a:lstStyle>
          <a:p>
            <a:pPr lvl="0"/>
            <a:r>
              <a:rPr lang="en-US"/>
              <a:t> 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ightsWATCH-Watermark-Text-1234567890">
            <a:extLst>
              <a:ext uri="{FF2B5EF4-FFF2-40B4-BE49-F238E27FC236}">
                <a16:creationId xmlns:a16="http://schemas.microsoft.com/office/drawing/2014/main" id="{6411FD69-3FBB-41F3-938B-EA9DD53BD4B7}"/>
              </a:ext>
            </a:extLst>
          </p:cNvPr>
          <p:cNvSpPr txBox="1"/>
          <p:nvPr userDrawn="1"/>
        </p:nvSpPr>
        <p:spPr>
          <a:xfrm>
            <a:off x="797934" y="6313567"/>
            <a:ext cx="2731943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200">
                <a:solidFill>
                  <a:srgbClr val="BDBDBD"/>
                </a:solidFill>
                <a:latin typeface="Arial Narrow" panose="020B0606020202030204" pitchFamily="34" charset="0"/>
              </a:rPr>
              <a:t>Schlumberger Technology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1CC7EF-E84D-41BA-926C-BBB74CE36633}"/>
              </a:ext>
            </a:extLst>
          </p:cNvPr>
          <p:cNvSpPr txBox="1"/>
          <p:nvPr userDrawn="1"/>
        </p:nvSpPr>
        <p:spPr>
          <a:xfrm>
            <a:off x="93600" y="6238800"/>
            <a:ext cx="500400" cy="338400"/>
          </a:xfrm>
          <a:prstGeom prst="rect">
            <a:avLst/>
          </a:prstGeom>
          <a:noFill/>
        </p:spPr>
        <p:txBody>
          <a:bodyPr wrap="square" lIns="45720" tIns="45720" rIns="45720" bIns="45720" rtlCol="0" anchor="ctr">
            <a:noAutofit/>
          </a:bodyPr>
          <a:lstStyle/>
          <a:p>
            <a:pPr marL="112713" indent="-112713" algn="r">
              <a:spcBef>
                <a:spcPts val="300"/>
              </a:spcBef>
              <a:buClr>
                <a:schemeClr val="tx2"/>
              </a:buClr>
            </a:pPr>
            <a:fld id="{AA680861-3BBC-4944-9362-6C35D211876D}" type="slidenum">
              <a:rPr lang="en-US" sz="1200" b="0" smtClean="0">
                <a:solidFill>
                  <a:srgbClr val="BDBDBD"/>
                </a:solidFill>
                <a:latin typeface="Arial Narrow" panose="020B0606020202030204" pitchFamily="34" charset="0"/>
              </a:rPr>
              <a:pPr marL="112713" indent="-112713" algn="r">
                <a:spcBef>
                  <a:spcPts val="300"/>
                </a:spcBef>
                <a:buClr>
                  <a:schemeClr val="tx2"/>
                </a:buClr>
              </a:pPr>
              <a:t>‹#›</a:t>
            </a:fld>
            <a:endParaRPr lang="en-US" sz="1200" b="0">
              <a:solidFill>
                <a:srgbClr val="BDBDBD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946598"/>
      </p:ext>
    </p:extLst>
  </p:cSld>
  <p:clrMapOvr>
    <a:masterClrMapping/>
  </p:clrMapOvr>
  <p:transition/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usiness contex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62" y="1625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2" y="1625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1C56322A-E120-4432-9C38-920752361E8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199" b="1" i="0" baseline="0">
              <a:solidFill>
                <a:schemeClr val="tx1"/>
              </a:solidFill>
              <a:latin typeface="Arial Narrow" panose="020B0606020202030204" pitchFamily="34" charset="0"/>
              <a:ea typeface="+mj-ea"/>
              <a:cs typeface="+mj-cs"/>
              <a:sym typeface="Arial Narrow" panose="020B0606020202030204" pitchFamily="34" charset="0"/>
            </a:endParaRPr>
          </a:p>
        </p:txBody>
      </p:sp>
      <p:sp>
        <p:nvSpPr>
          <p:cNvPr id="4" name="Working Draft Text" hidden="1"/>
          <p:cNvSpPr txBox="1">
            <a:spLocks noChangeArrowheads="1"/>
          </p:cNvSpPr>
          <p:nvPr/>
        </p:nvSpPr>
        <p:spPr bwMode="auto">
          <a:xfrm>
            <a:off x="883575" y="541313"/>
            <a:ext cx="900496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1">
              <a:defRPr lang="x-none"/>
            </a:pPr>
            <a:r>
              <a:rPr lang="en-US" sz="800" b="1" baseline="0" noProof="0">
                <a:solidFill>
                  <a:schemeClr val="tx1"/>
                </a:solidFill>
                <a:latin typeface="Arial Narrow" panose="020B0606020202030204" pitchFamily="34" charset="0"/>
                <a:sym typeface="Arial Narrow" panose="020B0606020202030204" pitchFamily="34" charset="0"/>
              </a:rPr>
              <a:t>WORKING DRAFT</a:t>
            </a:r>
          </a:p>
        </p:txBody>
      </p:sp>
      <p:sp>
        <p:nvSpPr>
          <p:cNvPr id="6" name="Working Draft" hidden="1"/>
          <p:cNvSpPr txBox="1">
            <a:spLocks noChangeArrowheads="1"/>
          </p:cNvSpPr>
          <p:nvPr/>
        </p:nvSpPr>
        <p:spPr bwMode="auto">
          <a:xfrm>
            <a:off x="883575" y="666924"/>
            <a:ext cx="3815785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1">
              <a:defRPr lang="x-none"/>
            </a:pPr>
            <a:r>
              <a:rPr lang="en-US" sz="800" baseline="0" noProof="0">
                <a:solidFill>
                  <a:schemeClr val="tx1"/>
                </a:solidFill>
                <a:latin typeface="Arial Narrow" panose="020B0606020202030204" pitchFamily="34" charset="0"/>
                <a:sym typeface="Arial Narrow" panose="020B0606020202030204" pitchFamily="34" charset="0"/>
              </a:rPr>
              <a:t>Last Modified 11/5/2019 6:15 PM Central Standard Time</a:t>
            </a:r>
          </a:p>
        </p:txBody>
      </p:sp>
      <p:sp>
        <p:nvSpPr>
          <p:cNvPr id="7" name="Printed" hidden="1"/>
          <p:cNvSpPr txBox="1">
            <a:spLocks noChangeArrowheads="1"/>
          </p:cNvSpPr>
          <p:nvPr/>
        </p:nvSpPr>
        <p:spPr bwMode="auto">
          <a:xfrm>
            <a:off x="883574" y="792537"/>
            <a:ext cx="3618996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1">
              <a:defRPr lang="x-none"/>
            </a:pPr>
            <a:r>
              <a:rPr lang="en-US" sz="800" baseline="0" noProof="0">
                <a:solidFill>
                  <a:schemeClr val="tx1"/>
                </a:solidFill>
                <a:latin typeface="Arial Narrow" panose="020B0606020202030204" pitchFamily="34" charset="0"/>
                <a:sym typeface="Arial Narrow" panose="020B0606020202030204" pitchFamily="34" charset="0"/>
              </a:rPr>
              <a:t>Printed 8/19/2019 7:23 PM Central Standard Time</a:t>
            </a:r>
          </a:p>
        </p:txBody>
      </p:sp>
      <p:sp>
        <p:nvSpPr>
          <p:cNvPr id="57" name="Document type" hidden="1"/>
          <p:cNvSpPr txBox="1">
            <a:spLocks noChangeArrowheads="1"/>
          </p:cNvSpPr>
          <p:nvPr/>
        </p:nvSpPr>
        <p:spPr bwMode="auto">
          <a:xfrm>
            <a:off x="883573" y="4738627"/>
            <a:ext cx="847815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1">
              <a:defRPr lang="x-none"/>
            </a:pPr>
            <a:r>
              <a:rPr lang="en-US" sz="1600" baseline="0" noProof="0">
                <a:solidFill>
                  <a:schemeClr val="tx1"/>
                </a:solidFill>
                <a:latin typeface="Arial Narrow" panose="020B0606020202030204" pitchFamily="34" charset="0"/>
                <a:sym typeface="Arial Narrow" panose="020B0606020202030204" pitchFamily="34" charset="0"/>
              </a:rPr>
              <a:t>Document type | Date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A2A742-2046-D344-BBD1-98CD3C1E96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472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110512E-DD01-DE45-A053-265194613147}"/>
              </a:ext>
            </a:extLst>
          </p:cNvPr>
          <p:cNvSpPr/>
          <p:nvPr userDrawn="1"/>
        </p:nvSpPr>
        <p:spPr>
          <a:xfrm>
            <a:off x="737" y="0"/>
            <a:ext cx="12191999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65F788-4012-F54B-8AF5-F514F5A71B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739" y="6303855"/>
            <a:ext cx="1229468" cy="295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40F81AA-55D6-254A-A5BB-A3C525E2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20040"/>
            <a:ext cx="8498840" cy="492443"/>
          </a:xfrm>
        </p:spPr>
        <p:txBody>
          <a:bodyPr vert="horz"/>
          <a:lstStyle>
            <a:lvl1pPr>
              <a:defRPr sz="3200"/>
            </a:lvl1pPr>
          </a:lstStyle>
          <a:p>
            <a:endParaRPr lang="en-US" kern="0">
              <a:latin typeface="Arial Narrow"/>
            </a:endParaRPr>
          </a:p>
        </p:txBody>
      </p:sp>
      <p:pic>
        <p:nvPicPr>
          <p:cNvPr id="18" name="Picture 17" descr="A picture containing icon&#10;&#10;Description automatically generated">
            <a:extLst>
              <a:ext uri="{FF2B5EF4-FFF2-40B4-BE49-F238E27FC236}">
                <a16:creationId xmlns:a16="http://schemas.microsoft.com/office/drawing/2014/main" id="{B4025112-F64E-FB48-8AE1-58CB1998A89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81000" y="6298086"/>
            <a:ext cx="1567687" cy="256032"/>
          </a:xfrm>
          <a:prstGeom prst="rect">
            <a:avLst/>
          </a:prstGeom>
        </p:spPr>
      </p:pic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E6789564-C546-F843-AD77-43F85105AA3C}"/>
              </a:ext>
            </a:extLst>
          </p:cNvPr>
          <p:cNvSpPr txBox="1">
            <a:spLocks/>
          </p:cNvSpPr>
          <p:nvPr userDrawn="1"/>
        </p:nvSpPr>
        <p:spPr bwMode="auto">
          <a:xfrm rot="5400000">
            <a:off x="11001072" y="3039538"/>
            <a:ext cx="1824318" cy="176555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  <a:lvl2pPr marL="466454" algn="l" rtl="0" fontAlgn="base">
              <a:spcBef>
                <a:spcPct val="0"/>
              </a:spcBef>
              <a:spcAft>
                <a:spcPct val="0"/>
              </a:spcAft>
              <a:defRPr sz="1632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32909" algn="l" rtl="0" fontAlgn="base">
              <a:spcBef>
                <a:spcPct val="0"/>
              </a:spcBef>
              <a:spcAft>
                <a:spcPct val="0"/>
              </a:spcAft>
              <a:defRPr sz="1632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99362" algn="l" rtl="0" fontAlgn="base">
              <a:spcBef>
                <a:spcPct val="0"/>
              </a:spcBef>
              <a:spcAft>
                <a:spcPct val="0"/>
              </a:spcAft>
              <a:defRPr sz="1632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65817" algn="l" rtl="0" fontAlgn="base">
              <a:spcBef>
                <a:spcPct val="0"/>
              </a:spcBef>
              <a:spcAft>
                <a:spcPct val="0"/>
              </a:spcAft>
              <a:defRPr sz="1632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32271" algn="l" defTabSz="932909" rtl="0" eaLnBrk="1" latinLnBrk="0" hangingPunct="1">
              <a:defRPr sz="1632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98726" algn="l" defTabSz="932909" rtl="0" eaLnBrk="1" latinLnBrk="0" hangingPunct="1">
              <a:defRPr sz="1632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65180" algn="l" defTabSz="932909" rtl="0" eaLnBrk="1" latinLnBrk="0" hangingPunct="1">
              <a:defRPr sz="1632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731635" algn="l" defTabSz="932909" rtl="0" eaLnBrk="1" latinLnBrk="0" hangingPunct="1">
              <a:defRPr sz="1632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GB" sz="1000">
                <a:solidFill>
                  <a:schemeClr val="bg1"/>
                </a:solidFill>
                <a:latin typeface="Arial Narrow" panose="020B0606020202030204" pitchFamily="34" charset="0"/>
                <a:sym typeface="Arial Narrow" panose="020B0606020202030204" pitchFamily="34" charset="0"/>
              </a:rPr>
              <a:t>Schlumberger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468845497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93888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D83AD214-D4DC-7A47-8D05-2E4A001149F2}" type="datetime4">
              <a:rPr lang="en-US" smtClean="0"/>
              <a:t>November 17, 2025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166A59-25A3-3A00-7289-60767DE59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79523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0" y="296062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AE552EBD-F40F-5840-8CD9-9F6B9053FF01}" type="datetime4">
              <a:rPr lang="en-US" smtClean="0"/>
              <a:t>November 17, 2025</a:t>
            </a:fld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991778-B436-9629-6EC4-E96EA59B0C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933476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IN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93888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ECF31165-04F6-A046-8437-B65F8F5FD801}" type="datetime4">
              <a:rPr lang="en-US" smtClean="0"/>
              <a:t>November 17, 2025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166A59-25A3-3A00-7289-60767DE59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85EEE0-72B3-62F6-B053-62104B421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13516"/>
            <a:ext cx="2538413" cy="175433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&lt;Insert function / division / ERG&gt;</a:t>
            </a:r>
          </a:p>
        </p:txBody>
      </p:sp>
    </p:spTree>
    <p:extLst>
      <p:ext uri="{BB962C8B-B14F-4D97-AF65-F5344CB8AC3E}">
        <p14:creationId xmlns:p14="http://schemas.microsoft.com/office/powerpoint/2010/main" val="1377461004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Line FOR IN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0" y="296062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178266CD-2683-C34B-B584-D7CB8C47F139}" type="datetime4">
              <a:rPr lang="en-US" smtClean="0"/>
              <a:t>November 17, 2025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991778-B436-9629-6EC4-E96EA59B0C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E80AAB3-DEF4-AF2C-B6AC-85CF8F3D2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13516"/>
            <a:ext cx="2538413" cy="175433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&lt;Insert function / division / ERG&gt;</a:t>
            </a:r>
          </a:p>
        </p:txBody>
      </p:sp>
    </p:spTree>
    <p:extLst>
      <p:ext uri="{BB962C8B-B14F-4D97-AF65-F5344CB8AC3E}">
        <p14:creationId xmlns:p14="http://schemas.microsoft.com/office/powerpoint/2010/main" val="2727966287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F1A0222-B118-DD79-00E6-0881AAA2BE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74089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FOR IN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2320"/>
            <a:ext cx="9586913" cy="247302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DA21C16-5BBE-C04F-31E7-A4211E9F9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13516"/>
            <a:ext cx="2538413" cy="175433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&lt;Insert function / division / ERG&gt;</a:t>
            </a:r>
          </a:p>
        </p:txBody>
      </p:sp>
    </p:spTree>
    <p:extLst>
      <p:ext uri="{BB962C8B-B14F-4D97-AF65-F5344CB8AC3E}">
        <p14:creationId xmlns:p14="http://schemas.microsoft.com/office/powerpoint/2010/main" val="3425940976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77660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0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371280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603128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Tx/>
              <a:buFont typeface="SLB Sans Light" panose="02000503040000020004" pitchFamily="2" charset="0"/>
              <a:buChar char="→"/>
              <a:defRPr sz="36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A8ADEEA-C976-6343-E015-561A86660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17314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786385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57FFDA-D27B-2D1D-703B-FAC972FA97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3181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479165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EA85E6-F1EF-96E4-5D58-38735E3A9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31914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270345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643931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CBC916D-681F-B16B-82E0-C83AEC5C63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20081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757525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590368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651168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200555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86887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899651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2A43E3D-583C-C3D3-EB91-4B474E93A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366300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E9F08A9-468B-A902-D68B-8E0B8D9536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92842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01E557-BFAD-DC7D-FAEB-CD9F2F2693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82329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C2D35B-A55A-CCD1-4EDA-D1E8C50801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55979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576386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105119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311286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307711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174448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Rectangle 37">
            <a:extLst>
              <a:ext uri="{FF2B5EF4-FFF2-40B4-BE49-F238E27FC236}">
                <a16:creationId xmlns:a16="http://schemas.microsoft.com/office/drawing/2014/main" id="{58156ED4-C724-C4C8-F7EA-015300ACDCDA}"/>
              </a:ext>
            </a:extLst>
          </p:cNvPr>
          <p:cNvSpPr/>
          <p:nvPr userDrawn="1"/>
        </p:nvSpPr>
        <p:spPr>
          <a:xfrm>
            <a:off x="5331688" y="1325105"/>
            <a:ext cx="2661131" cy="162579"/>
          </a:xfrm>
          <a:custGeom>
            <a:avLst/>
            <a:gdLst>
              <a:gd name="connsiteX0" fmla="*/ 0 w 2953157"/>
              <a:gd name="connsiteY0" fmla="*/ 0 h 294968"/>
              <a:gd name="connsiteX1" fmla="*/ 2953157 w 2953157"/>
              <a:gd name="connsiteY1" fmla="*/ 0 h 294968"/>
              <a:gd name="connsiteX2" fmla="*/ 2953157 w 2953157"/>
              <a:gd name="connsiteY2" fmla="*/ 294968 h 294968"/>
              <a:gd name="connsiteX3" fmla="*/ 0 w 2953157"/>
              <a:gd name="connsiteY3" fmla="*/ 294968 h 294968"/>
              <a:gd name="connsiteX4" fmla="*/ 0 w 2953157"/>
              <a:gd name="connsiteY4" fmla="*/ 0 h 294968"/>
              <a:gd name="connsiteX0" fmla="*/ 2953157 w 3044597"/>
              <a:gd name="connsiteY0" fmla="*/ 294968 h 386408"/>
              <a:gd name="connsiteX1" fmla="*/ 0 w 3044597"/>
              <a:gd name="connsiteY1" fmla="*/ 294968 h 386408"/>
              <a:gd name="connsiteX2" fmla="*/ 0 w 3044597"/>
              <a:gd name="connsiteY2" fmla="*/ 0 h 386408"/>
              <a:gd name="connsiteX3" fmla="*/ 2953157 w 3044597"/>
              <a:gd name="connsiteY3" fmla="*/ 0 h 386408"/>
              <a:gd name="connsiteX4" fmla="*/ 3044597 w 3044597"/>
              <a:gd name="connsiteY4" fmla="*/ 386408 h 386408"/>
              <a:gd name="connsiteX0" fmla="*/ 2953157 w 2953157"/>
              <a:gd name="connsiteY0" fmla="*/ 294968 h 294968"/>
              <a:gd name="connsiteX1" fmla="*/ 0 w 2953157"/>
              <a:gd name="connsiteY1" fmla="*/ 294968 h 294968"/>
              <a:gd name="connsiteX2" fmla="*/ 0 w 2953157"/>
              <a:gd name="connsiteY2" fmla="*/ 0 h 294968"/>
              <a:gd name="connsiteX3" fmla="*/ 2953157 w 2953157"/>
              <a:gd name="connsiteY3" fmla="*/ 0 h 294968"/>
              <a:gd name="connsiteX0" fmla="*/ 0 w 2953157"/>
              <a:gd name="connsiteY0" fmla="*/ 294968 h 294968"/>
              <a:gd name="connsiteX1" fmla="*/ 0 w 2953157"/>
              <a:gd name="connsiteY1" fmla="*/ 0 h 294968"/>
              <a:gd name="connsiteX2" fmla="*/ 2953157 w 2953157"/>
              <a:gd name="connsiteY2" fmla="*/ 0 h 29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3157" h="294968">
                <a:moveTo>
                  <a:pt x="0" y="294968"/>
                </a:moveTo>
                <a:lnTo>
                  <a:pt x="0" y="0"/>
                </a:lnTo>
                <a:lnTo>
                  <a:pt x="2953157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37">
            <a:extLst>
              <a:ext uri="{FF2B5EF4-FFF2-40B4-BE49-F238E27FC236}">
                <a16:creationId xmlns:a16="http://schemas.microsoft.com/office/drawing/2014/main" id="{60DD4155-E681-8496-6042-73DF066ECF2B}"/>
              </a:ext>
            </a:extLst>
          </p:cNvPr>
          <p:cNvSpPr/>
          <p:nvPr userDrawn="1"/>
        </p:nvSpPr>
        <p:spPr>
          <a:xfrm flipH="1">
            <a:off x="7992819" y="1325105"/>
            <a:ext cx="2726843" cy="155370"/>
          </a:xfrm>
          <a:custGeom>
            <a:avLst/>
            <a:gdLst>
              <a:gd name="connsiteX0" fmla="*/ 0 w 2953157"/>
              <a:gd name="connsiteY0" fmla="*/ 0 h 294968"/>
              <a:gd name="connsiteX1" fmla="*/ 2953157 w 2953157"/>
              <a:gd name="connsiteY1" fmla="*/ 0 h 294968"/>
              <a:gd name="connsiteX2" fmla="*/ 2953157 w 2953157"/>
              <a:gd name="connsiteY2" fmla="*/ 294968 h 294968"/>
              <a:gd name="connsiteX3" fmla="*/ 0 w 2953157"/>
              <a:gd name="connsiteY3" fmla="*/ 294968 h 294968"/>
              <a:gd name="connsiteX4" fmla="*/ 0 w 2953157"/>
              <a:gd name="connsiteY4" fmla="*/ 0 h 294968"/>
              <a:gd name="connsiteX0" fmla="*/ 2953157 w 3044597"/>
              <a:gd name="connsiteY0" fmla="*/ 294968 h 386408"/>
              <a:gd name="connsiteX1" fmla="*/ 0 w 3044597"/>
              <a:gd name="connsiteY1" fmla="*/ 294968 h 386408"/>
              <a:gd name="connsiteX2" fmla="*/ 0 w 3044597"/>
              <a:gd name="connsiteY2" fmla="*/ 0 h 386408"/>
              <a:gd name="connsiteX3" fmla="*/ 2953157 w 3044597"/>
              <a:gd name="connsiteY3" fmla="*/ 0 h 386408"/>
              <a:gd name="connsiteX4" fmla="*/ 3044597 w 3044597"/>
              <a:gd name="connsiteY4" fmla="*/ 386408 h 386408"/>
              <a:gd name="connsiteX0" fmla="*/ 2953157 w 2953157"/>
              <a:gd name="connsiteY0" fmla="*/ 294968 h 294968"/>
              <a:gd name="connsiteX1" fmla="*/ 0 w 2953157"/>
              <a:gd name="connsiteY1" fmla="*/ 294968 h 294968"/>
              <a:gd name="connsiteX2" fmla="*/ 0 w 2953157"/>
              <a:gd name="connsiteY2" fmla="*/ 0 h 294968"/>
              <a:gd name="connsiteX3" fmla="*/ 2953157 w 2953157"/>
              <a:gd name="connsiteY3" fmla="*/ 0 h 294968"/>
              <a:gd name="connsiteX0" fmla="*/ 0 w 2953157"/>
              <a:gd name="connsiteY0" fmla="*/ 294968 h 294968"/>
              <a:gd name="connsiteX1" fmla="*/ 0 w 2953157"/>
              <a:gd name="connsiteY1" fmla="*/ 0 h 294968"/>
              <a:gd name="connsiteX2" fmla="*/ 2953157 w 2953157"/>
              <a:gd name="connsiteY2" fmla="*/ 0 h 29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3157" h="294968">
                <a:moveTo>
                  <a:pt x="0" y="294968"/>
                </a:moveTo>
                <a:lnTo>
                  <a:pt x="0" y="0"/>
                </a:lnTo>
                <a:lnTo>
                  <a:pt x="2953157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8471442-A0FC-79B2-716A-AD491207FB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15327" y="1834645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B0AC40F-C188-4E7D-DFBC-5F174E04F0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183464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F2064006-13BA-260D-5F72-A83698C546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15327" y="2416512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76190752-2E45-38CB-6EE2-5D7C40CA745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94850" y="241651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CE87DEB-010C-51A8-74B9-8E0B369B4D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115327" y="2998379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90A96AB5-2247-CADB-3668-0658D26DDD5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94850" y="2998379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A7C344AD-2ABC-1A24-C992-F3E41BB28D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15327" y="3580246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4" name="Picture Placeholder 17">
            <a:extLst>
              <a:ext uri="{FF2B5EF4-FFF2-40B4-BE49-F238E27FC236}">
                <a16:creationId xmlns:a16="http://schemas.microsoft.com/office/drawing/2014/main" id="{07C77B3D-99E3-43EE-125B-88CD3CFBE78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594850" y="358024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346AA4C5-DD09-43AC-8CB1-E8EE5FCE79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15327" y="4162113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6" name="Picture Placeholder 17">
            <a:extLst>
              <a:ext uri="{FF2B5EF4-FFF2-40B4-BE49-F238E27FC236}">
                <a16:creationId xmlns:a16="http://schemas.microsoft.com/office/drawing/2014/main" id="{FBA9C083-88B5-12E1-7045-691ED16489B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94850" y="4162115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EA9F0863-C951-E320-C756-7996093E60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115327" y="4743980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8" name="Picture Placeholder 17">
            <a:extLst>
              <a:ext uri="{FF2B5EF4-FFF2-40B4-BE49-F238E27FC236}">
                <a16:creationId xmlns:a16="http://schemas.microsoft.com/office/drawing/2014/main" id="{D8741A89-9153-5934-F2D4-D06DAA49CE5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594850" y="474398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78F24352-6AB8-1A7D-E815-08B774AAFD9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115327" y="532584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94CCEA42-5EF9-8B60-DC72-564F6B26BE3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594850" y="532585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BB7D72ED-9BE9-1A1B-E831-59065EA7B5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15327" y="590771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117A069B-05F2-A496-1C7B-058F7CDD562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94850" y="590771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CF894B0F-C520-66A7-03AA-CF48D733044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21304" y="1834645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993BE976-BF6E-5824-7555-83FFBAB2A03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200827" y="183464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C76BF4DD-5BC9-E268-A769-049C14F24C9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1304" y="2416512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6" name="Picture Placeholder 17">
            <a:extLst>
              <a:ext uri="{FF2B5EF4-FFF2-40B4-BE49-F238E27FC236}">
                <a16:creationId xmlns:a16="http://schemas.microsoft.com/office/drawing/2014/main" id="{68142240-E8B9-A97C-BF06-97134BB775B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200827" y="241651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7EB23180-E1F0-0043-5D3A-5B455DE94AF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21304" y="2998379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8" name="Picture Placeholder 17">
            <a:extLst>
              <a:ext uri="{FF2B5EF4-FFF2-40B4-BE49-F238E27FC236}">
                <a16:creationId xmlns:a16="http://schemas.microsoft.com/office/drawing/2014/main" id="{CDFEA550-04E5-5217-1AAD-9FD4C35346C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00827" y="2998379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8753BB74-B228-CE2B-0E4F-56826923B7C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21304" y="3580246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719846A7-C329-A57A-6B6C-9061BAD0F9A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00827" y="358024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71853714-BD35-5C25-022A-AFDB8B4242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21304" y="4162113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2" name="Picture Placeholder 17">
            <a:extLst>
              <a:ext uri="{FF2B5EF4-FFF2-40B4-BE49-F238E27FC236}">
                <a16:creationId xmlns:a16="http://schemas.microsoft.com/office/drawing/2014/main" id="{FEED7496-C068-1760-F0B6-9A4BDD74A4B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200827" y="4162115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4D7A9AF9-2259-C373-742E-65562F5F91A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21304" y="4743980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4" name="Picture Placeholder 17">
            <a:extLst>
              <a:ext uri="{FF2B5EF4-FFF2-40B4-BE49-F238E27FC236}">
                <a16:creationId xmlns:a16="http://schemas.microsoft.com/office/drawing/2014/main" id="{86309E8D-D721-AAA9-E448-3BBCCA29A9B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200827" y="474398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67D8D4E2-2847-B8EC-8209-3715297B67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21304" y="532584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6" name="Picture Placeholder 17">
            <a:extLst>
              <a:ext uri="{FF2B5EF4-FFF2-40B4-BE49-F238E27FC236}">
                <a16:creationId xmlns:a16="http://schemas.microsoft.com/office/drawing/2014/main" id="{691250C0-1117-AC38-C450-EC202F7FAE8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200827" y="532585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6F5684D0-6773-B13C-B209-C26B23513E4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21304" y="590771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8" name="Picture Placeholder 17">
            <a:extLst>
              <a:ext uri="{FF2B5EF4-FFF2-40B4-BE49-F238E27FC236}">
                <a16:creationId xmlns:a16="http://schemas.microsoft.com/office/drawing/2014/main" id="{B05A7DE7-4A4B-F029-CEA1-147031B5699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200827" y="590771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F0B6B0E3-C41F-CF6D-FB39-9E5347803E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27281" y="1834645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0" name="Picture Placeholder 17">
            <a:extLst>
              <a:ext uri="{FF2B5EF4-FFF2-40B4-BE49-F238E27FC236}">
                <a16:creationId xmlns:a16="http://schemas.microsoft.com/office/drawing/2014/main" id="{FC9D60A6-FD0D-09FE-16A6-A7D485156B7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806804" y="183464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1" name="Text Placeholder 15">
            <a:extLst>
              <a:ext uri="{FF2B5EF4-FFF2-40B4-BE49-F238E27FC236}">
                <a16:creationId xmlns:a16="http://schemas.microsoft.com/office/drawing/2014/main" id="{7FD918E2-5F1B-29BB-ED04-C973D2A8AF4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7281" y="2416512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2" name="Picture Placeholder 17">
            <a:extLst>
              <a:ext uri="{FF2B5EF4-FFF2-40B4-BE49-F238E27FC236}">
                <a16:creationId xmlns:a16="http://schemas.microsoft.com/office/drawing/2014/main" id="{E5F9150E-C036-82E2-CCFF-54D5903B581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806804" y="241651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75F9EE17-318C-F987-02CE-DEBB9E7231F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327281" y="2998379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4" name="Picture Placeholder 17">
            <a:extLst>
              <a:ext uri="{FF2B5EF4-FFF2-40B4-BE49-F238E27FC236}">
                <a16:creationId xmlns:a16="http://schemas.microsoft.com/office/drawing/2014/main" id="{10D5800D-A63F-94B9-F397-FA215D77E22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4806804" y="2998379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CE92E0E4-0C3F-88A1-9E8C-D0DE514CE3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327281" y="3580246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6" name="Picture Placeholder 17">
            <a:extLst>
              <a:ext uri="{FF2B5EF4-FFF2-40B4-BE49-F238E27FC236}">
                <a16:creationId xmlns:a16="http://schemas.microsoft.com/office/drawing/2014/main" id="{69816FC4-7721-91F5-EC37-07D882D12AE9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4806804" y="358024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Text Placeholder 15">
            <a:extLst>
              <a:ext uri="{FF2B5EF4-FFF2-40B4-BE49-F238E27FC236}">
                <a16:creationId xmlns:a16="http://schemas.microsoft.com/office/drawing/2014/main" id="{247B4491-9D7D-A3EB-3E57-66DF7254576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327281" y="4162113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8" name="Picture Placeholder 17">
            <a:extLst>
              <a:ext uri="{FF2B5EF4-FFF2-40B4-BE49-F238E27FC236}">
                <a16:creationId xmlns:a16="http://schemas.microsoft.com/office/drawing/2014/main" id="{0114C038-51B2-2830-2B21-B81F900BA75D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806804" y="4162115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74D01E90-9044-8095-1ABD-88AFA1E7426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327281" y="4743980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60" name="Picture Placeholder 17">
            <a:extLst>
              <a:ext uri="{FF2B5EF4-FFF2-40B4-BE49-F238E27FC236}">
                <a16:creationId xmlns:a16="http://schemas.microsoft.com/office/drawing/2014/main" id="{65072126-5BB0-BB71-69D1-7019D918B3B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806804" y="474398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1" name="Text Placeholder 15">
            <a:extLst>
              <a:ext uri="{FF2B5EF4-FFF2-40B4-BE49-F238E27FC236}">
                <a16:creationId xmlns:a16="http://schemas.microsoft.com/office/drawing/2014/main" id="{0AE65C30-A0C4-28CD-EDA9-18FFD8F4245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327281" y="532584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62" name="Picture Placeholder 17">
            <a:extLst>
              <a:ext uri="{FF2B5EF4-FFF2-40B4-BE49-F238E27FC236}">
                <a16:creationId xmlns:a16="http://schemas.microsoft.com/office/drawing/2014/main" id="{29E43FEC-AD36-6A07-6883-9877C04B7290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4806804" y="532585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3" name="Text Placeholder 15">
            <a:extLst>
              <a:ext uri="{FF2B5EF4-FFF2-40B4-BE49-F238E27FC236}">
                <a16:creationId xmlns:a16="http://schemas.microsoft.com/office/drawing/2014/main" id="{83FE1007-FD02-2CEF-3CDE-5CBA4DF3E4D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27281" y="590771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64" name="Picture Placeholder 17">
            <a:extLst>
              <a:ext uri="{FF2B5EF4-FFF2-40B4-BE49-F238E27FC236}">
                <a16:creationId xmlns:a16="http://schemas.microsoft.com/office/drawing/2014/main" id="{7E0223E7-62AA-09EB-5009-78D5A9EC1183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4806804" y="590771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430BCD9F-EF16-1288-3617-AB89C92C3BD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594850" y="1530579"/>
            <a:ext cx="2278063" cy="233910"/>
          </a:xfrm>
        </p:spPr>
        <p:txBody>
          <a:bodyPr>
            <a:spAutoFit/>
          </a:bodyPr>
          <a:lstStyle>
            <a:lvl1pPr>
              <a:defRPr sz="1600" b="0">
                <a:solidFill>
                  <a:schemeClr val="accent1"/>
                </a:solidFill>
                <a:latin typeface="+mn-lt"/>
              </a:defRPr>
            </a:lvl1pPr>
            <a:lvl2pPr>
              <a:defRPr sz="1200">
                <a:solidFill>
                  <a:schemeClr val="accent1"/>
                </a:solidFill>
                <a:latin typeface="+mn-lt"/>
              </a:defRPr>
            </a:lvl2pPr>
            <a:lvl3pPr>
              <a:defRPr sz="1200">
                <a:solidFill>
                  <a:schemeClr val="accent1"/>
                </a:solidFill>
                <a:latin typeface="+mn-lt"/>
              </a:defRPr>
            </a:lvl3pPr>
            <a:lvl4pPr>
              <a:defRPr sz="1200">
                <a:solidFill>
                  <a:schemeClr val="accent1"/>
                </a:solidFill>
                <a:latin typeface="+mn-lt"/>
              </a:defRPr>
            </a:lvl4pPr>
            <a:lvl5pPr>
              <a:defRPr sz="120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GB"/>
              <a:t>Sector</a:t>
            </a:r>
            <a:endParaRPr lang="en-US"/>
          </a:p>
        </p:txBody>
      </p:sp>
      <p:sp>
        <p:nvSpPr>
          <p:cNvPr id="67" name="Text Placeholder 15">
            <a:extLst>
              <a:ext uri="{FF2B5EF4-FFF2-40B4-BE49-F238E27FC236}">
                <a16:creationId xmlns:a16="http://schemas.microsoft.com/office/drawing/2014/main" id="{F5A0159A-48C1-11B0-94D5-85BE1F1A8E5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15327" y="469308"/>
            <a:ext cx="1757586" cy="486048"/>
          </a:xfrm>
          <a:solidFill>
            <a:schemeClr val="accent1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68" name="Picture Placeholder 17">
            <a:extLst>
              <a:ext uri="{FF2B5EF4-FFF2-40B4-BE49-F238E27FC236}">
                <a16:creationId xmlns:a16="http://schemas.microsoft.com/office/drawing/2014/main" id="{CA6F4CE9-A0D2-8BF5-AFEF-A56871FD09B1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9594850" y="469306"/>
            <a:ext cx="520477" cy="486049"/>
          </a:xfrm>
          <a:solidFill>
            <a:schemeClr val="bg2"/>
          </a:solidFill>
        </p:spPr>
        <p:txBody>
          <a:bodyPr/>
          <a:lstStyle>
            <a:lvl1pPr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Text Placeholder 15">
            <a:extLst>
              <a:ext uri="{FF2B5EF4-FFF2-40B4-BE49-F238E27FC236}">
                <a16:creationId xmlns:a16="http://schemas.microsoft.com/office/drawing/2014/main" id="{574865F7-4B16-D1CB-686C-622E608BD80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721304" y="469308"/>
            <a:ext cx="1757586" cy="486048"/>
          </a:xfrm>
          <a:solidFill>
            <a:schemeClr val="accent1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70" name="Picture Placeholder 17">
            <a:extLst>
              <a:ext uri="{FF2B5EF4-FFF2-40B4-BE49-F238E27FC236}">
                <a16:creationId xmlns:a16="http://schemas.microsoft.com/office/drawing/2014/main" id="{1E792525-F892-64A3-B9B3-E4EF44CA94FC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7200827" y="469306"/>
            <a:ext cx="520477" cy="486049"/>
          </a:xfrm>
          <a:solidFill>
            <a:schemeClr val="bg2"/>
          </a:solidFill>
        </p:spPr>
        <p:txBody>
          <a:bodyPr/>
          <a:lstStyle>
            <a:lvl1pPr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Text Placeholder 65">
            <a:extLst>
              <a:ext uri="{FF2B5EF4-FFF2-40B4-BE49-F238E27FC236}">
                <a16:creationId xmlns:a16="http://schemas.microsoft.com/office/drawing/2014/main" id="{DBF027CA-B0C2-419A-DAF8-ECCBDE96EFB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202379" y="1530579"/>
            <a:ext cx="2278063" cy="233910"/>
          </a:xfrm>
        </p:spPr>
        <p:txBody>
          <a:bodyPr>
            <a:spAutoFit/>
          </a:bodyPr>
          <a:lstStyle>
            <a:lvl1pPr>
              <a:defRPr sz="1600" b="0">
                <a:solidFill>
                  <a:schemeClr val="accent1"/>
                </a:solidFill>
                <a:latin typeface="+mn-lt"/>
              </a:defRPr>
            </a:lvl1pPr>
            <a:lvl2pPr>
              <a:defRPr sz="1200">
                <a:solidFill>
                  <a:schemeClr val="accent1"/>
                </a:solidFill>
                <a:latin typeface="+mn-lt"/>
              </a:defRPr>
            </a:lvl2pPr>
            <a:lvl3pPr>
              <a:defRPr sz="1200">
                <a:solidFill>
                  <a:schemeClr val="accent1"/>
                </a:solidFill>
                <a:latin typeface="+mn-lt"/>
              </a:defRPr>
            </a:lvl3pPr>
            <a:lvl4pPr>
              <a:defRPr sz="1200">
                <a:solidFill>
                  <a:schemeClr val="accent1"/>
                </a:solidFill>
                <a:latin typeface="+mn-lt"/>
              </a:defRPr>
            </a:lvl4pPr>
            <a:lvl5pPr>
              <a:defRPr sz="120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GB"/>
              <a:t>Sector</a:t>
            </a:r>
            <a:endParaRPr lang="en-US"/>
          </a:p>
        </p:txBody>
      </p:sp>
      <p:sp>
        <p:nvSpPr>
          <p:cNvPr id="73" name="Text Placeholder 65">
            <a:extLst>
              <a:ext uri="{FF2B5EF4-FFF2-40B4-BE49-F238E27FC236}">
                <a16:creationId xmlns:a16="http://schemas.microsoft.com/office/drawing/2014/main" id="{2F0FD107-669C-B260-FA7E-02BB020E45D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806804" y="1530579"/>
            <a:ext cx="2278063" cy="233910"/>
          </a:xfrm>
        </p:spPr>
        <p:txBody>
          <a:bodyPr>
            <a:spAutoFit/>
          </a:bodyPr>
          <a:lstStyle>
            <a:lvl1pPr>
              <a:defRPr sz="1600" b="0">
                <a:solidFill>
                  <a:schemeClr val="accent1"/>
                </a:solidFill>
                <a:latin typeface="+mn-lt"/>
              </a:defRPr>
            </a:lvl1pPr>
            <a:lvl2pPr>
              <a:defRPr sz="1200">
                <a:solidFill>
                  <a:schemeClr val="accent1"/>
                </a:solidFill>
                <a:latin typeface="+mn-lt"/>
              </a:defRPr>
            </a:lvl2pPr>
            <a:lvl3pPr>
              <a:defRPr sz="1200">
                <a:solidFill>
                  <a:schemeClr val="accent1"/>
                </a:solidFill>
                <a:latin typeface="+mn-lt"/>
              </a:defRPr>
            </a:lvl3pPr>
            <a:lvl4pPr>
              <a:defRPr sz="1200">
                <a:solidFill>
                  <a:schemeClr val="accent1"/>
                </a:solidFill>
                <a:latin typeface="+mn-lt"/>
              </a:defRPr>
            </a:lvl4pPr>
            <a:lvl5pPr>
              <a:defRPr sz="120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GB"/>
              <a:t>Sector</a:t>
            </a:r>
            <a:endParaRPr lang="en-US"/>
          </a:p>
        </p:txBody>
      </p:sp>
      <p:sp>
        <p:nvSpPr>
          <p:cNvPr id="74" name="Rectangle 6">
            <a:extLst>
              <a:ext uri="{FF2B5EF4-FFF2-40B4-BE49-F238E27FC236}">
                <a16:creationId xmlns:a16="http://schemas.microsoft.com/office/drawing/2014/main" id="{835A19E8-130B-392B-16A3-C595D3D5BF5C}"/>
              </a:ext>
            </a:extLst>
          </p:cNvPr>
          <p:cNvSpPr/>
          <p:nvPr userDrawn="1"/>
        </p:nvSpPr>
        <p:spPr>
          <a:xfrm>
            <a:off x="8296117" y="955350"/>
            <a:ext cx="2597465" cy="155370"/>
          </a:xfrm>
          <a:custGeom>
            <a:avLst/>
            <a:gdLst>
              <a:gd name="connsiteX0" fmla="*/ 0 w 3200400"/>
              <a:gd name="connsiteY0" fmla="*/ 0 h 444109"/>
              <a:gd name="connsiteX1" fmla="*/ 3200400 w 3200400"/>
              <a:gd name="connsiteY1" fmla="*/ 0 h 444109"/>
              <a:gd name="connsiteX2" fmla="*/ 3200400 w 3200400"/>
              <a:gd name="connsiteY2" fmla="*/ 444109 h 444109"/>
              <a:gd name="connsiteX3" fmla="*/ 0 w 3200400"/>
              <a:gd name="connsiteY3" fmla="*/ 444109 h 444109"/>
              <a:gd name="connsiteX4" fmla="*/ 0 w 3200400"/>
              <a:gd name="connsiteY4" fmla="*/ 0 h 444109"/>
              <a:gd name="connsiteX0" fmla="*/ 0 w 3200400"/>
              <a:gd name="connsiteY0" fmla="*/ 9525 h 453634"/>
              <a:gd name="connsiteX1" fmla="*/ 1657350 w 3200400"/>
              <a:gd name="connsiteY1" fmla="*/ 0 h 453634"/>
              <a:gd name="connsiteX2" fmla="*/ 3200400 w 3200400"/>
              <a:gd name="connsiteY2" fmla="*/ 9525 h 453634"/>
              <a:gd name="connsiteX3" fmla="*/ 3200400 w 3200400"/>
              <a:gd name="connsiteY3" fmla="*/ 453634 h 453634"/>
              <a:gd name="connsiteX4" fmla="*/ 0 w 3200400"/>
              <a:gd name="connsiteY4" fmla="*/ 453634 h 453634"/>
              <a:gd name="connsiteX5" fmla="*/ 0 w 3200400"/>
              <a:gd name="connsiteY5" fmla="*/ 9525 h 453634"/>
              <a:gd name="connsiteX0" fmla="*/ 1657350 w 3200400"/>
              <a:gd name="connsiteY0" fmla="*/ 0 h 453634"/>
              <a:gd name="connsiteX1" fmla="*/ 3200400 w 3200400"/>
              <a:gd name="connsiteY1" fmla="*/ 9525 h 453634"/>
              <a:gd name="connsiteX2" fmla="*/ 3200400 w 3200400"/>
              <a:gd name="connsiteY2" fmla="*/ 453634 h 453634"/>
              <a:gd name="connsiteX3" fmla="*/ 0 w 3200400"/>
              <a:gd name="connsiteY3" fmla="*/ 453634 h 453634"/>
              <a:gd name="connsiteX4" fmla="*/ 0 w 3200400"/>
              <a:gd name="connsiteY4" fmla="*/ 9525 h 453634"/>
              <a:gd name="connsiteX5" fmla="*/ 1748790 w 3200400"/>
              <a:gd name="connsiteY5" fmla="*/ 91440 h 453634"/>
              <a:gd name="connsiteX0" fmla="*/ 1657350 w 3200400"/>
              <a:gd name="connsiteY0" fmla="*/ 0 h 453634"/>
              <a:gd name="connsiteX1" fmla="*/ 3200400 w 3200400"/>
              <a:gd name="connsiteY1" fmla="*/ 9525 h 453634"/>
              <a:gd name="connsiteX2" fmla="*/ 3200400 w 3200400"/>
              <a:gd name="connsiteY2" fmla="*/ 453634 h 453634"/>
              <a:gd name="connsiteX3" fmla="*/ 0 w 3200400"/>
              <a:gd name="connsiteY3" fmla="*/ 453634 h 453634"/>
              <a:gd name="connsiteX4" fmla="*/ 0 w 3200400"/>
              <a:gd name="connsiteY4" fmla="*/ 9525 h 453634"/>
              <a:gd name="connsiteX0" fmla="*/ 3200400 w 3200400"/>
              <a:gd name="connsiteY0" fmla="*/ 0 h 444109"/>
              <a:gd name="connsiteX1" fmla="*/ 3200400 w 3200400"/>
              <a:gd name="connsiteY1" fmla="*/ 444109 h 444109"/>
              <a:gd name="connsiteX2" fmla="*/ 0 w 3200400"/>
              <a:gd name="connsiteY2" fmla="*/ 444109 h 444109"/>
              <a:gd name="connsiteX3" fmla="*/ 0 w 3200400"/>
              <a:gd name="connsiteY3" fmla="*/ 0 h 44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0400" h="444109">
                <a:moveTo>
                  <a:pt x="3200400" y="0"/>
                </a:moveTo>
                <a:lnTo>
                  <a:pt x="3200400" y="444109"/>
                </a:lnTo>
                <a:lnTo>
                  <a:pt x="0" y="444109"/>
                </a:lnTo>
                <a:lnTo>
                  <a:pt x="0" y="0"/>
                </a:lnTo>
              </a:path>
            </a:pathLst>
          </a:custGeom>
          <a:noFill/>
          <a:ln w="9525" cap="sq">
            <a:solidFill>
              <a:schemeClr val="accent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      </a:t>
            </a:r>
          </a:p>
        </p:txBody>
      </p:sp>
      <p:sp>
        <p:nvSpPr>
          <p:cNvPr id="75" name="Text Placeholder 65">
            <a:extLst>
              <a:ext uri="{FF2B5EF4-FFF2-40B4-BE49-F238E27FC236}">
                <a16:creationId xmlns:a16="http://schemas.microsoft.com/office/drawing/2014/main" id="{C11ABC07-B062-43C9-5120-B7A225863B5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958513" y="985667"/>
            <a:ext cx="449262" cy="160813"/>
          </a:xfrm>
        </p:spPr>
        <p:txBody>
          <a:bodyPr wrap="square">
            <a:spAutoFit/>
          </a:bodyPr>
          <a:lstStyle>
            <a:lvl1pPr>
              <a:defRPr sz="1100" b="0">
                <a:solidFill>
                  <a:schemeClr val="accent1"/>
                </a:solidFill>
                <a:latin typeface="+mn-lt"/>
              </a:defRPr>
            </a:lvl1pPr>
            <a:lvl2pPr>
              <a:defRPr sz="1200">
                <a:solidFill>
                  <a:schemeClr val="accent1"/>
                </a:solidFill>
                <a:latin typeface="+mn-lt"/>
              </a:defRPr>
            </a:lvl2pPr>
            <a:lvl3pPr>
              <a:defRPr sz="1200">
                <a:solidFill>
                  <a:schemeClr val="accent1"/>
                </a:solidFill>
                <a:latin typeface="+mn-lt"/>
              </a:defRPr>
            </a:lvl3pPr>
            <a:lvl4pPr>
              <a:defRPr sz="1200">
                <a:solidFill>
                  <a:schemeClr val="accent1"/>
                </a:solidFill>
                <a:latin typeface="+mn-lt"/>
              </a:defRPr>
            </a:lvl4pPr>
            <a:lvl5pPr>
              <a:defRPr sz="120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GB"/>
              <a:t>Sector</a:t>
            </a:r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991A43D-D9FC-0639-B455-EB6D993DD5C7}"/>
              </a:ext>
            </a:extLst>
          </p:cNvPr>
          <p:cNvCxnSpPr>
            <a:cxnSpLocks/>
          </p:cNvCxnSpPr>
          <p:nvPr userDrawn="1"/>
        </p:nvCxnSpPr>
        <p:spPr>
          <a:xfrm>
            <a:off x="7992824" y="892725"/>
            <a:ext cx="0" cy="587750"/>
          </a:xfrm>
          <a:prstGeom prst="line">
            <a:avLst/>
          </a:prstGeom>
          <a:ln w="9525" cap="rnd">
            <a:solidFill>
              <a:schemeClr val="accent1"/>
            </a:solidFill>
            <a:round/>
            <a:headEnd type="none" w="med" len="med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855118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002010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asin Ma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B0B03C-65C1-B39F-F4CF-D3F9200D5416}"/>
              </a:ext>
            </a:extLst>
          </p:cNvPr>
          <p:cNvSpPr/>
          <p:nvPr userDrawn="1"/>
        </p:nvSpPr>
        <p:spPr>
          <a:xfrm>
            <a:off x="238539" y="1078788"/>
            <a:ext cx="9117495" cy="5562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EF50B7-28CC-1AAA-7DAB-B4A38148BF8A}"/>
              </a:ext>
            </a:extLst>
          </p:cNvPr>
          <p:cNvSpPr/>
          <p:nvPr userDrawn="1"/>
        </p:nvSpPr>
        <p:spPr>
          <a:xfrm>
            <a:off x="238540" y="261709"/>
            <a:ext cx="9117494" cy="734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8672513" cy="332399"/>
          </a:xfrm>
        </p:spPr>
        <p:txBody>
          <a:bodyPr wrap="square">
            <a:sp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58762FB-9D63-2349-6E8F-D2CFE4E43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5A8EDF0-4DAB-ACF1-7FD5-891321DB014E}"/>
              </a:ext>
            </a:extLst>
          </p:cNvPr>
          <p:cNvSpPr/>
          <p:nvPr userDrawn="1"/>
        </p:nvSpPr>
        <p:spPr>
          <a:xfrm>
            <a:off x="238540" y="189708"/>
            <a:ext cx="9117494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678054-26F6-BE3B-EE69-C659B73A4C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4850" y="1376362"/>
            <a:ext cx="2278063" cy="45608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2438017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ptop for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9A17E6-4AC8-E994-D92E-83B1DC7B0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3F27B-1253-3930-8B65-C212B41871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CF470-A452-95FA-1832-626BD1C260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6794F51-D76A-D010-D3D5-C0B86154AB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42979" y="720955"/>
            <a:ext cx="8104321" cy="5079770"/>
          </a:xfrm>
          <a:prstGeom prst="roundRect">
            <a:avLst>
              <a:gd name="adj" fmla="val 157"/>
            </a:avLst>
          </a:prstGeom>
          <a:noFill/>
        </p:spPr>
        <p:txBody>
          <a:bodyPr/>
          <a:lstStyle>
            <a:lvl1pPr>
              <a:defRPr sz="1600" b="0"/>
            </a:lvl1pPr>
          </a:lstStyle>
          <a:p>
            <a:r>
              <a:rPr lang="en-US"/>
              <a:t> Delete if not required</a:t>
            </a:r>
          </a:p>
        </p:txBody>
      </p:sp>
    </p:spTree>
    <p:extLst>
      <p:ext uri="{BB962C8B-B14F-4D97-AF65-F5344CB8AC3E}">
        <p14:creationId xmlns:p14="http://schemas.microsoft.com/office/powerpoint/2010/main" val="3133741014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75334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94883591-1391-6A41-A454-E8339B707547}" type="datetime4">
              <a:rPr lang="en-US" smtClean="0"/>
              <a:t>November 17, 2025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1A5716-3608-4053-4CC8-84BF92B5D6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82421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Sent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1" y="0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04682D84-0642-8A46-B183-336EC62F6E28}" type="datetime4">
              <a:rPr lang="en-US" smtClean="0"/>
              <a:t>November 17, 2025</a:t>
            </a:fld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47EC89-A6A9-22D1-1BE8-E0D34780BD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42309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508553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82232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225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098997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340291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Font typeface="SLB Sans Light" panose="02000503040000020004" pitchFamily="2" charset="0"/>
              <a:buChar char="→"/>
              <a:defRPr sz="36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0650C58-ADB6-799E-D665-4F33A4818F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633548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351681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BC1DE3-EE83-6842-B054-58DA3F6BFD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86649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341673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5DA967-430E-FD94-6B0C-7C66CB6678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46927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051771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136178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DAAA2D-F47B-6394-6A72-F074375588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062046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D43530-2003-7EDD-62EC-552AB7BE35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97400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7F3EFBD-B4F2-F929-4A06-6F13B5F7B0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86414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 Image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45D086E-DF0D-EA77-42DA-30D06A6215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246116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308010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454687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882143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A2442C3-F533-1B9F-09E7-AC1C88B25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02298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4959C2-0EA4-1F84-9951-8993395941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10129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2977A46-41C3-31B7-5F50-917CE87B9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13743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1FA772-0BFE-9951-6889-D200B7DA58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68642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114014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406593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647859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146731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D813FA-E1E9-6CE5-DA3B-3550F513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1588"/>
            <a:ext cx="2743200" cy="230248"/>
          </a:xfrm>
          <a:prstGeom prst="rect">
            <a:avLst/>
          </a:prstGeom>
        </p:spPr>
        <p:txBody>
          <a:bodyPr/>
          <a:lstStyle/>
          <a:p>
            <a:fld id="{A605B1CF-4074-A34B-881B-974469F8F952}" type="datetime4">
              <a:rPr lang="en-US" smtClean="0"/>
              <a:t>November 17,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015490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801449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93888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F04781A6-D26A-8845-AB9A-46C3B4439C0C}" type="datetime4">
              <a:rPr lang="en-US" smtClean="0"/>
              <a:t>November 17, 2025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1A5716-3608-4053-4CC8-84BF92B5D6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32612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1" y="0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59A4C760-6201-B64B-A247-6BE3D170F592}" type="datetime4">
              <a:rPr lang="en-US" smtClean="0"/>
              <a:t>November 17, 2025</a:t>
            </a:fld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47EC89-A6A9-22D1-1BE8-E0D34780BD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1112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IN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93888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B6C10ED8-0ED1-F042-8DA2-DF6AB85F1690}" type="datetime4">
              <a:rPr lang="en-US" smtClean="0"/>
              <a:t>November 17, 2025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166A59-25A3-3A00-7289-60767DE59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85EEE0-72B3-62F6-B053-62104B421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13516"/>
            <a:ext cx="2538413" cy="175433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&lt;Insert function / division / ERG&gt;</a:t>
            </a:r>
          </a:p>
        </p:txBody>
      </p:sp>
    </p:spTree>
    <p:extLst>
      <p:ext uri="{BB962C8B-B14F-4D97-AF65-F5344CB8AC3E}">
        <p14:creationId xmlns:p14="http://schemas.microsoft.com/office/powerpoint/2010/main" val="3288655763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Line FOR IN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0" y="296062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3909FE8B-FC06-6A4E-8BE5-C0C9F032AAE0}" type="datetime4">
              <a:rPr lang="en-US" smtClean="0"/>
              <a:t>November 17, 2025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991778-B436-9629-6EC4-E96EA59B0C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E80AAB3-DEF4-AF2C-B6AC-85CF8F3D2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13516"/>
            <a:ext cx="2538413" cy="175433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&lt;Insert function / division / ERG&gt;</a:t>
            </a:r>
          </a:p>
        </p:txBody>
      </p:sp>
    </p:spTree>
    <p:extLst>
      <p:ext uri="{BB962C8B-B14F-4D97-AF65-F5344CB8AC3E}">
        <p14:creationId xmlns:p14="http://schemas.microsoft.com/office/powerpoint/2010/main" val="4223169815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058802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FOR IN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2320"/>
            <a:ext cx="9586913" cy="247302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DA21C16-5BBE-C04F-31E7-A4211E9F9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13516"/>
            <a:ext cx="2538413" cy="175433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&lt;Insert function / division / ERG&gt;</a:t>
            </a:r>
          </a:p>
        </p:txBody>
      </p:sp>
    </p:spTree>
    <p:extLst>
      <p:ext uri="{BB962C8B-B14F-4D97-AF65-F5344CB8AC3E}">
        <p14:creationId xmlns:p14="http://schemas.microsoft.com/office/powerpoint/2010/main" val="3541932388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77660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5633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7507511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729891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Font typeface="SLB Sans Light" panose="02000503040000020004" pitchFamily="2" charset="0"/>
              <a:buChar char="→"/>
              <a:defRPr sz="36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0650C58-ADB6-799E-D665-4F33A4818F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97671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2731418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BC1DE3-EE83-6842-B054-58DA3F6BFD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727821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068849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5DA967-430E-FD94-6B0C-7C66CB6678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6663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963607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12213409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GB"/>
              <a:t>Click icon to add chart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DAAA2D-F47B-6394-6A72-F074375588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96617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D43530-2003-7EDD-62EC-552AB7BE35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6759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7F3EFBD-B4F2-F929-4A06-6F13B5F7B0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33488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 Image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45D086E-DF0D-EA77-42DA-30D06A6215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77429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666891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08062136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54544825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A2442C3-F533-1B9F-09E7-AC1C88B25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269987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4959C2-0EA4-1F84-9951-8993395941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33445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2977A46-41C3-31B7-5F50-917CE87B9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1261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1FA772-0BFE-9951-6889-D200B7DA58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88739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0013184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6049680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2778378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4749610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D813FA-E1E9-6CE5-DA3B-3550F513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1588"/>
            <a:ext cx="2743200" cy="230248"/>
          </a:xfrm>
          <a:prstGeom prst="rect">
            <a:avLst/>
          </a:prstGeom>
        </p:spPr>
        <p:txBody>
          <a:bodyPr/>
          <a:lstStyle/>
          <a:p>
            <a:fld id="{1CEA7EF1-48B1-7D43-BC5D-6463203E10EB}" type="datetime4">
              <a:rPr lang="en-US" smtClean="0"/>
              <a:t>November 17,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9933867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13935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93888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166A59-25A3-3A00-7289-60767DE59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72116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0" y="296062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991778-B436-9629-6EC4-E96EA59B0C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3728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IN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93888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166A59-25A3-3A00-7289-60767DE59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85EEE0-72B3-62F6-B053-62104B421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13516"/>
            <a:ext cx="2538413" cy="175433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&lt;Insert function / division / ERG&gt;</a:t>
            </a:r>
          </a:p>
        </p:txBody>
      </p:sp>
    </p:spTree>
    <p:extLst>
      <p:ext uri="{BB962C8B-B14F-4D97-AF65-F5344CB8AC3E}">
        <p14:creationId xmlns:p14="http://schemas.microsoft.com/office/powerpoint/2010/main" val="933502930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Line FOR IN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0" y="296062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991778-B436-9629-6EC4-E96EA59B0C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E80AAB3-DEF4-AF2C-B6AC-85CF8F3D2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13516"/>
            <a:ext cx="2538413" cy="175433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&lt;Insert function / division / ERG&gt;</a:t>
            </a:r>
          </a:p>
        </p:txBody>
      </p:sp>
    </p:spTree>
    <p:extLst>
      <p:ext uri="{BB962C8B-B14F-4D97-AF65-F5344CB8AC3E}">
        <p14:creationId xmlns:p14="http://schemas.microsoft.com/office/powerpoint/2010/main" val="2700623213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F1A0222-B118-DD79-00E6-0881AAA2BE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91173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FOR IN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2320"/>
            <a:ext cx="9586913" cy="247302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DA21C16-5BBE-C04F-31E7-A4211E9F9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13516"/>
            <a:ext cx="2538413" cy="175433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&lt;Insert function / division / ERG&gt;</a:t>
            </a:r>
          </a:p>
        </p:txBody>
      </p:sp>
    </p:spTree>
    <p:extLst>
      <p:ext uri="{BB962C8B-B14F-4D97-AF65-F5344CB8AC3E}">
        <p14:creationId xmlns:p14="http://schemas.microsoft.com/office/powerpoint/2010/main" val="1444171125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77660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0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258379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829216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Tx/>
              <a:buFont typeface="SLB Sans Light" panose="02000503040000020004" pitchFamily="2" charset="0"/>
              <a:buChar char="→"/>
              <a:defRPr sz="36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A8ADEEA-C976-6343-E015-561A86660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54413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550547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57FFDA-D27B-2D1D-703B-FAC972FA97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77356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496558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EA85E6-F1EF-96E4-5D58-38735E3A9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277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870292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477291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CBC916D-681F-B16B-82E0-C83AEC5C63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89066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410118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757991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690923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98658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4375173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984491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2A43E3D-583C-C3D3-EB91-4B474E93A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880823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E9F08A9-468B-A902-D68B-8E0B8D9536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62841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01E557-BFAD-DC7D-FAEB-CD9F2F2693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21390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C2D35B-A55A-CCD1-4EDA-D1E8C50801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38173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698224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401486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632612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104742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884959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Rectangle 37">
            <a:extLst>
              <a:ext uri="{FF2B5EF4-FFF2-40B4-BE49-F238E27FC236}">
                <a16:creationId xmlns:a16="http://schemas.microsoft.com/office/drawing/2014/main" id="{58156ED4-C724-C4C8-F7EA-015300ACDCDA}"/>
              </a:ext>
            </a:extLst>
          </p:cNvPr>
          <p:cNvSpPr/>
          <p:nvPr userDrawn="1"/>
        </p:nvSpPr>
        <p:spPr>
          <a:xfrm>
            <a:off x="5331688" y="1325105"/>
            <a:ext cx="2661131" cy="162579"/>
          </a:xfrm>
          <a:custGeom>
            <a:avLst/>
            <a:gdLst>
              <a:gd name="connsiteX0" fmla="*/ 0 w 2953157"/>
              <a:gd name="connsiteY0" fmla="*/ 0 h 294968"/>
              <a:gd name="connsiteX1" fmla="*/ 2953157 w 2953157"/>
              <a:gd name="connsiteY1" fmla="*/ 0 h 294968"/>
              <a:gd name="connsiteX2" fmla="*/ 2953157 w 2953157"/>
              <a:gd name="connsiteY2" fmla="*/ 294968 h 294968"/>
              <a:gd name="connsiteX3" fmla="*/ 0 w 2953157"/>
              <a:gd name="connsiteY3" fmla="*/ 294968 h 294968"/>
              <a:gd name="connsiteX4" fmla="*/ 0 w 2953157"/>
              <a:gd name="connsiteY4" fmla="*/ 0 h 294968"/>
              <a:gd name="connsiteX0" fmla="*/ 2953157 w 3044597"/>
              <a:gd name="connsiteY0" fmla="*/ 294968 h 386408"/>
              <a:gd name="connsiteX1" fmla="*/ 0 w 3044597"/>
              <a:gd name="connsiteY1" fmla="*/ 294968 h 386408"/>
              <a:gd name="connsiteX2" fmla="*/ 0 w 3044597"/>
              <a:gd name="connsiteY2" fmla="*/ 0 h 386408"/>
              <a:gd name="connsiteX3" fmla="*/ 2953157 w 3044597"/>
              <a:gd name="connsiteY3" fmla="*/ 0 h 386408"/>
              <a:gd name="connsiteX4" fmla="*/ 3044597 w 3044597"/>
              <a:gd name="connsiteY4" fmla="*/ 386408 h 386408"/>
              <a:gd name="connsiteX0" fmla="*/ 2953157 w 2953157"/>
              <a:gd name="connsiteY0" fmla="*/ 294968 h 294968"/>
              <a:gd name="connsiteX1" fmla="*/ 0 w 2953157"/>
              <a:gd name="connsiteY1" fmla="*/ 294968 h 294968"/>
              <a:gd name="connsiteX2" fmla="*/ 0 w 2953157"/>
              <a:gd name="connsiteY2" fmla="*/ 0 h 294968"/>
              <a:gd name="connsiteX3" fmla="*/ 2953157 w 2953157"/>
              <a:gd name="connsiteY3" fmla="*/ 0 h 294968"/>
              <a:gd name="connsiteX0" fmla="*/ 0 w 2953157"/>
              <a:gd name="connsiteY0" fmla="*/ 294968 h 294968"/>
              <a:gd name="connsiteX1" fmla="*/ 0 w 2953157"/>
              <a:gd name="connsiteY1" fmla="*/ 0 h 294968"/>
              <a:gd name="connsiteX2" fmla="*/ 2953157 w 2953157"/>
              <a:gd name="connsiteY2" fmla="*/ 0 h 29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3157" h="294968">
                <a:moveTo>
                  <a:pt x="0" y="294968"/>
                </a:moveTo>
                <a:lnTo>
                  <a:pt x="0" y="0"/>
                </a:lnTo>
                <a:lnTo>
                  <a:pt x="2953157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37">
            <a:extLst>
              <a:ext uri="{FF2B5EF4-FFF2-40B4-BE49-F238E27FC236}">
                <a16:creationId xmlns:a16="http://schemas.microsoft.com/office/drawing/2014/main" id="{60DD4155-E681-8496-6042-73DF066ECF2B}"/>
              </a:ext>
            </a:extLst>
          </p:cNvPr>
          <p:cNvSpPr/>
          <p:nvPr userDrawn="1"/>
        </p:nvSpPr>
        <p:spPr>
          <a:xfrm flipH="1">
            <a:off x="7992819" y="1325105"/>
            <a:ext cx="2726843" cy="155370"/>
          </a:xfrm>
          <a:custGeom>
            <a:avLst/>
            <a:gdLst>
              <a:gd name="connsiteX0" fmla="*/ 0 w 2953157"/>
              <a:gd name="connsiteY0" fmla="*/ 0 h 294968"/>
              <a:gd name="connsiteX1" fmla="*/ 2953157 w 2953157"/>
              <a:gd name="connsiteY1" fmla="*/ 0 h 294968"/>
              <a:gd name="connsiteX2" fmla="*/ 2953157 w 2953157"/>
              <a:gd name="connsiteY2" fmla="*/ 294968 h 294968"/>
              <a:gd name="connsiteX3" fmla="*/ 0 w 2953157"/>
              <a:gd name="connsiteY3" fmla="*/ 294968 h 294968"/>
              <a:gd name="connsiteX4" fmla="*/ 0 w 2953157"/>
              <a:gd name="connsiteY4" fmla="*/ 0 h 294968"/>
              <a:gd name="connsiteX0" fmla="*/ 2953157 w 3044597"/>
              <a:gd name="connsiteY0" fmla="*/ 294968 h 386408"/>
              <a:gd name="connsiteX1" fmla="*/ 0 w 3044597"/>
              <a:gd name="connsiteY1" fmla="*/ 294968 h 386408"/>
              <a:gd name="connsiteX2" fmla="*/ 0 w 3044597"/>
              <a:gd name="connsiteY2" fmla="*/ 0 h 386408"/>
              <a:gd name="connsiteX3" fmla="*/ 2953157 w 3044597"/>
              <a:gd name="connsiteY3" fmla="*/ 0 h 386408"/>
              <a:gd name="connsiteX4" fmla="*/ 3044597 w 3044597"/>
              <a:gd name="connsiteY4" fmla="*/ 386408 h 386408"/>
              <a:gd name="connsiteX0" fmla="*/ 2953157 w 2953157"/>
              <a:gd name="connsiteY0" fmla="*/ 294968 h 294968"/>
              <a:gd name="connsiteX1" fmla="*/ 0 w 2953157"/>
              <a:gd name="connsiteY1" fmla="*/ 294968 h 294968"/>
              <a:gd name="connsiteX2" fmla="*/ 0 w 2953157"/>
              <a:gd name="connsiteY2" fmla="*/ 0 h 294968"/>
              <a:gd name="connsiteX3" fmla="*/ 2953157 w 2953157"/>
              <a:gd name="connsiteY3" fmla="*/ 0 h 294968"/>
              <a:gd name="connsiteX0" fmla="*/ 0 w 2953157"/>
              <a:gd name="connsiteY0" fmla="*/ 294968 h 294968"/>
              <a:gd name="connsiteX1" fmla="*/ 0 w 2953157"/>
              <a:gd name="connsiteY1" fmla="*/ 0 h 294968"/>
              <a:gd name="connsiteX2" fmla="*/ 2953157 w 2953157"/>
              <a:gd name="connsiteY2" fmla="*/ 0 h 29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3157" h="294968">
                <a:moveTo>
                  <a:pt x="0" y="294968"/>
                </a:moveTo>
                <a:lnTo>
                  <a:pt x="0" y="0"/>
                </a:lnTo>
                <a:lnTo>
                  <a:pt x="2953157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8471442-A0FC-79B2-716A-AD491207FB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15327" y="1834645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B0AC40F-C188-4E7D-DFBC-5F174E04F0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183464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F2064006-13BA-260D-5F72-A83698C546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15327" y="2416512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76190752-2E45-38CB-6EE2-5D7C40CA745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94850" y="241651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CE87DEB-010C-51A8-74B9-8E0B369B4D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115327" y="2998379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90A96AB5-2247-CADB-3668-0658D26DDD5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94850" y="2998379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A7C344AD-2ABC-1A24-C992-F3E41BB28D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15327" y="3580246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4" name="Picture Placeholder 17">
            <a:extLst>
              <a:ext uri="{FF2B5EF4-FFF2-40B4-BE49-F238E27FC236}">
                <a16:creationId xmlns:a16="http://schemas.microsoft.com/office/drawing/2014/main" id="{07C77B3D-99E3-43EE-125B-88CD3CFBE78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594850" y="358024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346AA4C5-DD09-43AC-8CB1-E8EE5FCE79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15327" y="4162113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6" name="Picture Placeholder 17">
            <a:extLst>
              <a:ext uri="{FF2B5EF4-FFF2-40B4-BE49-F238E27FC236}">
                <a16:creationId xmlns:a16="http://schemas.microsoft.com/office/drawing/2014/main" id="{FBA9C083-88B5-12E1-7045-691ED16489B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94850" y="4162115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EA9F0863-C951-E320-C756-7996093E60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115327" y="4743980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28" name="Picture Placeholder 17">
            <a:extLst>
              <a:ext uri="{FF2B5EF4-FFF2-40B4-BE49-F238E27FC236}">
                <a16:creationId xmlns:a16="http://schemas.microsoft.com/office/drawing/2014/main" id="{D8741A89-9153-5934-F2D4-D06DAA49CE5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594850" y="474398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78F24352-6AB8-1A7D-E815-08B774AAFD9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115327" y="532584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94CCEA42-5EF9-8B60-DC72-564F6B26BE3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594850" y="532585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BB7D72ED-9BE9-1A1B-E831-59065EA7B5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15327" y="590771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117A069B-05F2-A496-1C7B-058F7CDD562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94850" y="590771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CF894B0F-C520-66A7-03AA-CF48D733044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21304" y="1834645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993BE976-BF6E-5824-7555-83FFBAB2A03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200827" y="183464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C76BF4DD-5BC9-E268-A769-049C14F24C9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1304" y="2416512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6" name="Picture Placeholder 17">
            <a:extLst>
              <a:ext uri="{FF2B5EF4-FFF2-40B4-BE49-F238E27FC236}">
                <a16:creationId xmlns:a16="http://schemas.microsoft.com/office/drawing/2014/main" id="{68142240-E8B9-A97C-BF06-97134BB775B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200827" y="241651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7EB23180-E1F0-0043-5D3A-5B455DE94AF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21304" y="2998379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38" name="Picture Placeholder 17">
            <a:extLst>
              <a:ext uri="{FF2B5EF4-FFF2-40B4-BE49-F238E27FC236}">
                <a16:creationId xmlns:a16="http://schemas.microsoft.com/office/drawing/2014/main" id="{CDFEA550-04E5-5217-1AAD-9FD4C35346C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00827" y="2998379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8753BB74-B228-CE2B-0E4F-56826923B7C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21304" y="3580246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719846A7-C329-A57A-6B6C-9061BAD0F9A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00827" y="358024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71853714-BD35-5C25-022A-AFDB8B4242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21304" y="4162113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2" name="Picture Placeholder 17">
            <a:extLst>
              <a:ext uri="{FF2B5EF4-FFF2-40B4-BE49-F238E27FC236}">
                <a16:creationId xmlns:a16="http://schemas.microsoft.com/office/drawing/2014/main" id="{FEED7496-C068-1760-F0B6-9A4BDD74A4B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200827" y="4162115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4D7A9AF9-2259-C373-742E-65562F5F91A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21304" y="4743980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4" name="Picture Placeholder 17">
            <a:extLst>
              <a:ext uri="{FF2B5EF4-FFF2-40B4-BE49-F238E27FC236}">
                <a16:creationId xmlns:a16="http://schemas.microsoft.com/office/drawing/2014/main" id="{86309E8D-D721-AAA9-E448-3BBCCA29A9B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200827" y="474398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67D8D4E2-2847-B8EC-8209-3715297B67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21304" y="532584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6" name="Picture Placeholder 17">
            <a:extLst>
              <a:ext uri="{FF2B5EF4-FFF2-40B4-BE49-F238E27FC236}">
                <a16:creationId xmlns:a16="http://schemas.microsoft.com/office/drawing/2014/main" id="{691250C0-1117-AC38-C450-EC202F7FAE8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200827" y="532585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6F5684D0-6773-B13C-B209-C26B23513E4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21304" y="590771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48" name="Picture Placeholder 17">
            <a:extLst>
              <a:ext uri="{FF2B5EF4-FFF2-40B4-BE49-F238E27FC236}">
                <a16:creationId xmlns:a16="http://schemas.microsoft.com/office/drawing/2014/main" id="{B05A7DE7-4A4B-F029-CEA1-147031B5699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200827" y="590771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F0B6B0E3-C41F-CF6D-FB39-9E5347803E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27281" y="1834645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0" name="Picture Placeholder 17">
            <a:extLst>
              <a:ext uri="{FF2B5EF4-FFF2-40B4-BE49-F238E27FC236}">
                <a16:creationId xmlns:a16="http://schemas.microsoft.com/office/drawing/2014/main" id="{FC9D60A6-FD0D-09FE-16A6-A7D485156B7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806804" y="183464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1" name="Text Placeholder 15">
            <a:extLst>
              <a:ext uri="{FF2B5EF4-FFF2-40B4-BE49-F238E27FC236}">
                <a16:creationId xmlns:a16="http://schemas.microsoft.com/office/drawing/2014/main" id="{7FD918E2-5F1B-29BB-ED04-C973D2A8AF4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7281" y="2416512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2" name="Picture Placeholder 17">
            <a:extLst>
              <a:ext uri="{FF2B5EF4-FFF2-40B4-BE49-F238E27FC236}">
                <a16:creationId xmlns:a16="http://schemas.microsoft.com/office/drawing/2014/main" id="{E5F9150E-C036-82E2-CCFF-54D5903B581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806804" y="241651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75F9EE17-318C-F987-02CE-DEBB9E7231F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327281" y="2998379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4" name="Picture Placeholder 17">
            <a:extLst>
              <a:ext uri="{FF2B5EF4-FFF2-40B4-BE49-F238E27FC236}">
                <a16:creationId xmlns:a16="http://schemas.microsoft.com/office/drawing/2014/main" id="{10D5800D-A63F-94B9-F397-FA215D77E22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4806804" y="2998379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CE92E0E4-0C3F-88A1-9E8C-D0DE514CE3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327281" y="3580246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6" name="Picture Placeholder 17">
            <a:extLst>
              <a:ext uri="{FF2B5EF4-FFF2-40B4-BE49-F238E27FC236}">
                <a16:creationId xmlns:a16="http://schemas.microsoft.com/office/drawing/2014/main" id="{69816FC4-7721-91F5-EC37-07D882D12AE9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4806804" y="358024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Text Placeholder 15">
            <a:extLst>
              <a:ext uri="{FF2B5EF4-FFF2-40B4-BE49-F238E27FC236}">
                <a16:creationId xmlns:a16="http://schemas.microsoft.com/office/drawing/2014/main" id="{247B4491-9D7D-A3EB-3E57-66DF7254576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327281" y="4162113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58" name="Picture Placeholder 17">
            <a:extLst>
              <a:ext uri="{FF2B5EF4-FFF2-40B4-BE49-F238E27FC236}">
                <a16:creationId xmlns:a16="http://schemas.microsoft.com/office/drawing/2014/main" id="{0114C038-51B2-2830-2B21-B81F900BA75D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806804" y="4162115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74D01E90-9044-8095-1ABD-88AFA1E7426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327281" y="4743980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60" name="Picture Placeholder 17">
            <a:extLst>
              <a:ext uri="{FF2B5EF4-FFF2-40B4-BE49-F238E27FC236}">
                <a16:creationId xmlns:a16="http://schemas.microsoft.com/office/drawing/2014/main" id="{65072126-5BB0-BB71-69D1-7019D918B3B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806804" y="4743983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1" name="Text Placeholder 15">
            <a:extLst>
              <a:ext uri="{FF2B5EF4-FFF2-40B4-BE49-F238E27FC236}">
                <a16:creationId xmlns:a16="http://schemas.microsoft.com/office/drawing/2014/main" id="{0AE65C30-A0C4-28CD-EDA9-18FFD8F4245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327281" y="532584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62" name="Picture Placeholder 17">
            <a:extLst>
              <a:ext uri="{FF2B5EF4-FFF2-40B4-BE49-F238E27FC236}">
                <a16:creationId xmlns:a16="http://schemas.microsoft.com/office/drawing/2014/main" id="{29E43FEC-AD36-6A07-6883-9877C04B7290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4806804" y="5325851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3" name="Text Placeholder 15">
            <a:extLst>
              <a:ext uri="{FF2B5EF4-FFF2-40B4-BE49-F238E27FC236}">
                <a16:creationId xmlns:a16="http://schemas.microsoft.com/office/drawing/2014/main" id="{83FE1007-FD02-2CEF-3CDE-5CBA4DF3E4D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27281" y="5907717"/>
            <a:ext cx="1757586" cy="486048"/>
          </a:xfrm>
          <a:solidFill>
            <a:schemeClr val="accent3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64" name="Picture Placeholder 17">
            <a:extLst>
              <a:ext uri="{FF2B5EF4-FFF2-40B4-BE49-F238E27FC236}">
                <a16:creationId xmlns:a16="http://schemas.microsoft.com/office/drawing/2014/main" id="{7E0223E7-62AA-09EB-5009-78D5A9EC1183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4806804" y="5907717"/>
            <a:ext cx="520477" cy="486049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430BCD9F-EF16-1288-3617-AB89C92C3BD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594850" y="1530579"/>
            <a:ext cx="2278063" cy="233910"/>
          </a:xfrm>
        </p:spPr>
        <p:txBody>
          <a:bodyPr>
            <a:spAutoFit/>
          </a:bodyPr>
          <a:lstStyle>
            <a:lvl1pPr>
              <a:defRPr sz="1600" b="0">
                <a:solidFill>
                  <a:schemeClr val="accent1"/>
                </a:solidFill>
                <a:latin typeface="+mn-lt"/>
              </a:defRPr>
            </a:lvl1pPr>
            <a:lvl2pPr>
              <a:defRPr sz="1200">
                <a:solidFill>
                  <a:schemeClr val="accent1"/>
                </a:solidFill>
                <a:latin typeface="+mn-lt"/>
              </a:defRPr>
            </a:lvl2pPr>
            <a:lvl3pPr>
              <a:defRPr sz="1200">
                <a:solidFill>
                  <a:schemeClr val="accent1"/>
                </a:solidFill>
                <a:latin typeface="+mn-lt"/>
              </a:defRPr>
            </a:lvl3pPr>
            <a:lvl4pPr>
              <a:defRPr sz="1200">
                <a:solidFill>
                  <a:schemeClr val="accent1"/>
                </a:solidFill>
                <a:latin typeface="+mn-lt"/>
              </a:defRPr>
            </a:lvl4pPr>
            <a:lvl5pPr>
              <a:defRPr sz="120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GB"/>
              <a:t>Sector</a:t>
            </a:r>
            <a:endParaRPr lang="en-US"/>
          </a:p>
        </p:txBody>
      </p:sp>
      <p:sp>
        <p:nvSpPr>
          <p:cNvPr id="67" name="Text Placeholder 15">
            <a:extLst>
              <a:ext uri="{FF2B5EF4-FFF2-40B4-BE49-F238E27FC236}">
                <a16:creationId xmlns:a16="http://schemas.microsoft.com/office/drawing/2014/main" id="{F5A0159A-48C1-11B0-94D5-85BE1F1A8E5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15327" y="469308"/>
            <a:ext cx="1757586" cy="486048"/>
          </a:xfrm>
          <a:solidFill>
            <a:schemeClr val="accent1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68" name="Picture Placeholder 17">
            <a:extLst>
              <a:ext uri="{FF2B5EF4-FFF2-40B4-BE49-F238E27FC236}">
                <a16:creationId xmlns:a16="http://schemas.microsoft.com/office/drawing/2014/main" id="{CA6F4CE9-A0D2-8BF5-AFEF-A56871FD09B1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9594850" y="469306"/>
            <a:ext cx="520477" cy="486049"/>
          </a:xfrm>
          <a:solidFill>
            <a:schemeClr val="bg2"/>
          </a:solidFill>
        </p:spPr>
        <p:txBody>
          <a:bodyPr/>
          <a:lstStyle>
            <a:lvl1pPr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Text Placeholder 15">
            <a:extLst>
              <a:ext uri="{FF2B5EF4-FFF2-40B4-BE49-F238E27FC236}">
                <a16:creationId xmlns:a16="http://schemas.microsoft.com/office/drawing/2014/main" id="{574865F7-4B16-D1CB-686C-622E608BD80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721304" y="469308"/>
            <a:ext cx="1757586" cy="486048"/>
          </a:xfrm>
          <a:solidFill>
            <a:schemeClr val="accent1"/>
          </a:solidFill>
        </p:spPr>
        <p:txBody>
          <a:bodyPr lIns="72000" tIns="36000" rIns="72000" bIns="36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>
                <a:solidFill>
                  <a:schemeClr val="bg1"/>
                </a:solidFill>
                <a:latin typeface="+mj-lt"/>
              </a:defRPr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Role description</a:t>
            </a:r>
            <a:endParaRPr lang="en-US"/>
          </a:p>
        </p:txBody>
      </p:sp>
      <p:sp>
        <p:nvSpPr>
          <p:cNvPr id="70" name="Picture Placeholder 17">
            <a:extLst>
              <a:ext uri="{FF2B5EF4-FFF2-40B4-BE49-F238E27FC236}">
                <a16:creationId xmlns:a16="http://schemas.microsoft.com/office/drawing/2014/main" id="{1E792525-F892-64A3-B9B3-E4EF44CA94FC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7200827" y="469306"/>
            <a:ext cx="520477" cy="486049"/>
          </a:xfrm>
          <a:solidFill>
            <a:schemeClr val="bg2"/>
          </a:solidFill>
        </p:spPr>
        <p:txBody>
          <a:bodyPr/>
          <a:lstStyle>
            <a:lvl1pPr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Text Placeholder 65">
            <a:extLst>
              <a:ext uri="{FF2B5EF4-FFF2-40B4-BE49-F238E27FC236}">
                <a16:creationId xmlns:a16="http://schemas.microsoft.com/office/drawing/2014/main" id="{DBF027CA-B0C2-419A-DAF8-ECCBDE96EFB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202379" y="1530579"/>
            <a:ext cx="2278063" cy="233910"/>
          </a:xfrm>
        </p:spPr>
        <p:txBody>
          <a:bodyPr>
            <a:spAutoFit/>
          </a:bodyPr>
          <a:lstStyle>
            <a:lvl1pPr>
              <a:defRPr sz="1600" b="0">
                <a:solidFill>
                  <a:schemeClr val="accent1"/>
                </a:solidFill>
                <a:latin typeface="+mn-lt"/>
              </a:defRPr>
            </a:lvl1pPr>
            <a:lvl2pPr>
              <a:defRPr sz="1200">
                <a:solidFill>
                  <a:schemeClr val="accent1"/>
                </a:solidFill>
                <a:latin typeface="+mn-lt"/>
              </a:defRPr>
            </a:lvl2pPr>
            <a:lvl3pPr>
              <a:defRPr sz="1200">
                <a:solidFill>
                  <a:schemeClr val="accent1"/>
                </a:solidFill>
                <a:latin typeface="+mn-lt"/>
              </a:defRPr>
            </a:lvl3pPr>
            <a:lvl4pPr>
              <a:defRPr sz="1200">
                <a:solidFill>
                  <a:schemeClr val="accent1"/>
                </a:solidFill>
                <a:latin typeface="+mn-lt"/>
              </a:defRPr>
            </a:lvl4pPr>
            <a:lvl5pPr>
              <a:defRPr sz="120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GB"/>
              <a:t>Sector</a:t>
            </a:r>
            <a:endParaRPr lang="en-US"/>
          </a:p>
        </p:txBody>
      </p:sp>
      <p:sp>
        <p:nvSpPr>
          <p:cNvPr id="73" name="Text Placeholder 65">
            <a:extLst>
              <a:ext uri="{FF2B5EF4-FFF2-40B4-BE49-F238E27FC236}">
                <a16:creationId xmlns:a16="http://schemas.microsoft.com/office/drawing/2014/main" id="{2F0FD107-669C-B260-FA7E-02BB020E45D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806804" y="1530579"/>
            <a:ext cx="2278063" cy="233910"/>
          </a:xfrm>
        </p:spPr>
        <p:txBody>
          <a:bodyPr>
            <a:spAutoFit/>
          </a:bodyPr>
          <a:lstStyle>
            <a:lvl1pPr>
              <a:defRPr sz="1600" b="0">
                <a:solidFill>
                  <a:schemeClr val="accent1"/>
                </a:solidFill>
                <a:latin typeface="+mn-lt"/>
              </a:defRPr>
            </a:lvl1pPr>
            <a:lvl2pPr>
              <a:defRPr sz="1200">
                <a:solidFill>
                  <a:schemeClr val="accent1"/>
                </a:solidFill>
                <a:latin typeface="+mn-lt"/>
              </a:defRPr>
            </a:lvl2pPr>
            <a:lvl3pPr>
              <a:defRPr sz="1200">
                <a:solidFill>
                  <a:schemeClr val="accent1"/>
                </a:solidFill>
                <a:latin typeface="+mn-lt"/>
              </a:defRPr>
            </a:lvl3pPr>
            <a:lvl4pPr>
              <a:defRPr sz="1200">
                <a:solidFill>
                  <a:schemeClr val="accent1"/>
                </a:solidFill>
                <a:latin typeface="+mn-lt"/>
              </a:defRPr>
            </a:lvl4pPr>
            <a:lvl5pPr>
              <a:defRPr sz="120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GB"/>
              <a:t>Sector</a:t>
            </a:r>
            <a:endParaRPr lang="en-US"/>
          </a:p>
        </p:txBody>
      </p:sp>
      <p:sp>
        <p:nvSpPr>
          <p:cNvPr id="74" name="Rectangle 6">
            <a:extLst>
              <a:ext uri="{FF2B5EF4-FFF2-40B4-BE49-F238E27FC236}">
                <a16:creationId xmlns:a16="http://schemas.microsoft.com/office/drawing/2014/main" id="{835A19E8-130B-392B-16A3-C595D3D5BF5C}"/>
              </a:ext>
            </a:extLst>
          </p:cNvPr>
          <p:cNvSpPr/>
          <p:nvPr userDrawn="1"/>
        </p:nvSpPr>
        <p:spPr>
          <a:xfrm>
            <a:off x="8296117" y="955350"/>
            <a:ext cx="2597465" cy="155370"/>
          </a:xfrm>
          <a:custGeom>
            <a:avLst/>
            <a:gdLst>
              <a:gd name="connsiteX0" fmla="*/ 0 w 3200400"/>
              <a:gd name="connsiteY0" fmla="*/ 0 h 444109"/>
              <a:gd name="connsiteX1" fmla="*/ 3200400 w 3200400"/>
              <a:gd name="connsiteY1" fmla="*/ 0 h 444109"/>
              <a:gd name="connsiteX2" fmla="*/ 3200400 w 3200400"/>
              <a:gd name="connsiteY2" fmla="*/ 444109 h 444109"/>
              <a:gd name="connsiteX3" fmla="*/ 0 w 3200400"/>
              <a:gd name="connsiteY3" fmla="*/ 444109 h 444109"/>
              <a:gd name="connsiteX4" fmla="*/ 0 w 3200400"/>
              <a:gd name="connsiteY4" fmla="*/ 0 h 444109"/>
              <a:gd name="connsiteX0" fmla="*/ 0 w 3200400"/>
              <a:gd name="connsiteY0" fmla="*/ 9525 h 453634"/>
              <a:gd name="connsiteX1" fmla="*/ 1657350 w 3200400"/>
              <a:gd name="connsiteY1" fmla="*/ 0 h 453634"/>
              <a:gd name="connsiteX2" fmla="*/ 3200400 w 3200400"/>
              <a:gd name="connsiteY2" fmla="*/ 9525 h 453634"/>
              <a:gd name="connsiteX3" fmla="*/ 3200400 w 3200400"/>
              <a:gd name="connsiteY3" fmla="*/ 453634 h 453634"/>
              <a:gd name="connsiteX4" fmla="*/ 0 w 3200400"/>
              <a:gd name="connsiteY4" fmla="*/ 453634 h 453634"/>
              <a:gd name="connsiteX5" fmla="*/ 0 w 3200400"/>
              <a:gd name="connsiteY5" fmla="*/ 9525 h 453634"/>
              <a:gd name="connsiteX0" fmla="*/ 1657350 w 3200400"/>
              <a:gd name="connsiteY0" fmla="*/ 0 h 453634"/>
              <a:gd name="connsiteX1" fmla="*/ 3200400 w 3200400"/>
              <a:gd name="connsiteY1" fmla="*/ 9525 h 453634"/>
              <a:gd name="connsiteX2" fmla="*/ 3200400 w 3200400"/>
              <a:gd name="connsiteY2" fmla="*/ 453634 h 453634"/>
              <a:gd name="connsiteX3" fmla="*/ 0 w 3200400"/>
              <a:gd name="connsiteY3" fmla="*/ 453634 h 453634"/>
              <a:gd name="connsiteX4" fmla="*/ 0 w 3200400"/>
              <a:gd name="connsiteY4" fmla="*/ 9525 h 453634"/>
              <a:gd name="connsiteX5" fmla="*/ 1748790 w 3200400"/>
              <a:gd name="connsiteY5" fmla="*/ 91440 h 453634"/>
              <a:gd name="connsiteX0" fmla="*/ 1657350 w 3200400"/>
              <a:gd name="connsiteY0" fmla="*/ 0 h 453634"/>
              <a:gd name="connsiteX1" fmla="*/ 3200400 w 3200400"/>
              <a:gd name="connsiteY1" fmla="*/ 9525 h 453634"/>
              <a:gd name="connsiteX2" fmla="*/ 3200400 w 3200400"/>
              <a:gd name="connsiteY2" fmla="*/ 453634 h 453634"/>
              <a:gd name="connsiteX3" fmla="*/ 0 w 3200400"/>
              <a:gd name="connsiteY3" fmla="*/ 453634 h 453634"/>
              <a:gd name="connsiteX4" fmla="*/ 0 w 3200400"/>
              <a:gd name="connsiteY4" fmla="*/ 9525 h 453634"/>
              <a:gd name="connsiteX0" fmla="*/ 3200400 w 3200400"/>
              <a:gd name="connsiteY0" fmla="*/ 0 h 444109"/>
              <a:gd name="connsiteX1" fmla="*/ 3200400 w 3200400"/>
              <a:gd name="connsiteY1" fmla="*/ 444109 h 444109"/>
              <a:gd name="connsiteX2" fmla="*/ 0 w 3200400"/>
              <a:gd name="connsiteY2" fmla="*/ 444109 h 444109"/>
              <a:gd name="connsiteX3" fmla="*/ 0 w 3200400"/>
              <a:gd name="connsiteY3" fmla="*/ 0 h 44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0400" h="444109">
                <a:moveTo>
                  <a:pt x="3200400" y="0"/>
                </a:moveTo>
                <a:lnTo>
                  <a:pt x="3200400" y="444109"/>
                </a:lnTo>
                <a:lnTo>
                  <a:pt x="0" y="444109"/>
                </a:lnTo>
                <a:lnTo>
                  <a:pt x="0" y="0"/>
                </a:lnTo>
              </a:path>
            </a:pathLst>
          </a:custGeom>
          <a:noFill/>
          <a:ln w="9525" cap="sq">
            <a:solidFill>
              <a:schemeClr val="accent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      </a:t>
            </a:r>
          </a:p>
        </p:txBody>
      </p:sp>
      <p:sp>
        <p:nvSpPr>
          <p:cNvPr id="75" name="Text Placeholder 65">
            <a:extLst>
              <a:ext uri="{FF2B5EF4-FFF2-40B4-BE49-F238E27FC236}">
                <a16:creationId xmlns:a16="http://schemas.microsoft.com/office/drawing/2014/main" id="{C11ABC07-B062-43C9-5120-B7A225863B5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958513" y="985667"/>
            <a:ext cx="449262" cy="160813"/>
          </a:xfrm>
        </p:spPr>
        <p:txBody>
          <a:bodyPr wrap="square">
            <a:spAutoFit/>
          </a:bodyPr>
          <a:lstStyle>
            <a:lvl1pPr>
              <a:defRPr sz="1100" b="0">
                <a:solidFill>
                  <a:schemeClr val="accent1"/>
                </a:solidFill>
                <a:latin typeface="+mn-lt"/>
              </a:defRPr>
            </a:lvl1pPr>
            <a:lvl2pPr>
              <a:defRPr sz="1200">
                <a:solidFill>
                  <a:schemeClr val="accent1"/>
                </a:solidFill>
                <a:latin typeface="+mn-lt"/>
              </a:defRPr>
            </a:lvl2pPr>
            <a:lvl3pPr>
              <a:defRPr sz="1200">
                <a:solidFill>
                  <a:schemeClr val="accent1"/>
                </a:solidFill>
                <a:latin typeface="+mn-lt"/>
              </a:defRPr>
            </a:lvl3pPr>
            <a:lvl4pPr>
              <a:defRPr sz="1200">
                <a:solidFill>
                  <a:schemeClr val="accent1"/>
                </a:solidFill>
                <a:latin typeface="+mn-lt"/>
              </a:defRPr>
            </a:lvl4pPr>
            <a:lvl5pPr>
              <a:defRPr sz="120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GB"/>
              <a:t>Sector</a:t>
            </a:r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991A43D-D9FC-0639-B455-EB6D993DD5C7}"/>
              </a:ext>
            </a:extLst>
          </p:cNvPr>
          <p:cNvCxnSpPr>
            <a:cxnSpLocks/>
          </p:cNvCxnSpPr>
          <p:nvPr userDrawn="1"/>
        </p:nvCxnSpPr>
        <p:spPr>
          <a:xfrm>
            <a:off x="7992824" y="892725"/>
            <a:ext cx="0" cy="587750"/>
          </a:xfrm>
          <a:prstGeom prst="line">
            <a:avLst/>
          </a:prstGeom>
          <a:ln w="9525" cap="rnd">
            <a:solidFill>
              <a:schemeClr val="accent1"/>
            </a:solidFill>
            <a:round/>
            <a:headEnd type="none" w="med" len="med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960490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87380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ptop for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9A17E6-4AC8-E994-D92E-83B1DC7B0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3F27B-1253-3930-8B65-C212B41871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CF470-A452-95FA-1832-626BD1C260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6794F51-D76A-D010-D3D5-C0B86154AB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42979" y="720955"/>
            <a:ext cx="8104321" cy="5079770"/>
          </a:xfrm>
          <a:prstGeom prst="roundRect">
            <a:avLst>
              <a:gd name="adj" fmla="val 157"/>
            </a:avLst>
          </a:prstGeom>
          <a:noFill/>
        </p:spPr>
        <p:txBody>
          <a:bodyPr/>
          <a:lstStyle>
            <a:lvl1pPr>
              <a:defRPr sz="1600" b="0"/>
            </a:lvl1pPr>
          </a:lstStyle>
          <a:p>
            <a:r>
              <a:rPr lang="en-US"/>
              <a:t> Delete if not required</a:t>
            </a:r>
          </a:p>
        </p:txBody>
      </p:sp>
    </p:spTree>
    <p:extLst>
      <p:ext uri="{BB962C8B-B14F-4D97-AF65-F5344CB8AC3E}">
        <p14:creationId xmlns:p14="http://schemas.microsoft.com/office/powerpoint/2010/main" val="2365090021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75334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96BE84EC-DD40-9E4C-9DAF-52B553CF3F61}" type="datetime4">
              <a:rPr lang="en-US" smtClean="0"/>
              <a:t>November 17, 2025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1A5716-3608-4053-4CC8-84BF92B5D6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34042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Sent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1" y="0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8127FB02-E172-EB42-A619-BAD29030BEF5}" type="datetime4">
              <a:rPr lang="en-US" smtClean="0"/>
              <a:t>November 17, 2025</a:t>
            </a:fld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47EC89-A6A9-22D1-1BE8-E0D34780BD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18054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497460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82232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225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705441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080220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Font typeface="SLB Sans Light" panose="02000503040000020004" pitchFamily="2" charset="0"/>
              <a:buChar char="→"/>
              <a:defRPr sz="36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0650C58-ADB6-799E-D665-4F33A4818F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9680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306435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BC1DE3-EE83-6842-B054-58DA3F6BFD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83899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969382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5DA967-430E-FD94-6B0C-7C66CB6678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010494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566866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317113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DAAA2D-F47B-6394-6A72-F074375588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68117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D43530-2003-7EDD-62EC-552AB7BE35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282954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7F3EFBD-B4F2-F929-4A06-6F13B5F7B0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84401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 Image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45D086E-DF0D-EA77-42DA-30D06A6215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05738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264065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919555"/>
      </p:ext>
    </p:extLst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320943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A2442C3-F533-1B9F-09E7-AC1C88B25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15767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4959C2-0EA4-1F84-9951-8993395941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40642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2977A46-41C3-31B7-5F50-917CE87B9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85875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1FA772-0BFE-9951-6889-D200B7DA58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45205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337061"/>
      </p:ext>
    </p:extLst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904756"/>
      </p:ext>
    </p:extLst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365131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740798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D813FA-E1E9-6CE5-DA3B-3550F513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1588"/>
            <a:ext cx="2743200" cy="230248"/>
          </a:xfrm>
          <a:prstGeom prst="rect">
            <a:avLst/>
          </a:prstGeom>
        </p:spPr>
        <p:txBody>
          <a:bodyPr/>
          <a:lstStyle/>
          <a:p>
            <a:fld id="{3040F3B9-8924-374B-9C18-5ED6F842DF58}" type="datetime4">
              <a:rPr lang="en-US" smtClean="0"/>
              <a:t>November 17,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114032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434529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75334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1A5716-3608-4053-4CC8-84BF92B5D6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854455"/>
      </p:ext>
    </p:extLst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1 Sent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ADC76-D61C-14B2-73B6-03136E7AB583}"/>
              </a:ext>
            </a:extLst>
          </p:cNvPr>
          <p:cNvSpPr/>
          <p:nvPr userDrawn="1"/>
        </p:nvSpPr>
        <p:spPr>
          <a:xfrm>
            <a:off x="1" y="0"/>
            <a:ext cx="12192000" cy="3889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3049750"/>
            <a:ext cx="9144000" cy="108337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577C862B-51AF-22E7-C1C8-B6AB08B708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47EC89-A6A9-22D1-1BE8-E0D34780BD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76566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1E87593-5AB1-A742-817D-C9CC722DF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C5297-363A-7DB8-E10F-5C44716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608"/>
            <a:ext cx="9586913" cy="2852737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A461-379B-6A19-B69E-A04AF5EC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654426"/>
            <a:ext cx="5937250" cy="914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B576-48D2-B938-362D-C2CA0F6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F17B-F1E6-D688-7E7E-CD7675D1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2385729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26944-9883-9ACF-5400-2F702B82D504}"/>
              </a:ext>
            </a:extLst>
          </p:cNvPr>
          <p:cNvSpPr/>
          <p:nvPr userDrawn="1"/>
        </p:nvSpPr>
        <p:spPr>
          <a:xfrm>
            <a:off x="8223251" y="0"/>
            <a:ext cx="3968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ECD5EDD-F44D-E2A4-B31C-712D8B99E8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9050"/>
            <a:ext cx="8223250" cy="6877050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D584-0EEB-DF18-6040-C306755C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225" y="2047164"/>
            <a:ext cx="3651250" cy="206128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E34A6-9330-09DC-1C21-168B521268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DCCB-998D-EBD0-8BD5-00E7B94AD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DF72ABF-3158-3C09-4A36-943B3A21C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29713" y="4339989"/>
            <a:ext cx="2743200" cy="159726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667417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SLB Sans Light" panose="02000503040000020004" pitchFamily="2" charset="0"/>
              <a:buChar char="→"/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124697"/>
      </p:ext>
    </p:extLst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Bulle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C7488-E944-893A-2043-FE9944331A8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71500" indent="-571500"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Font typeface="SLB Sans Light" panose="02000503040000020004" pitchFamily="2" charset="0"/>
              <a:buChar char="→"/>
              <a:defRPr sz="36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0650C58-ADB6-799E-D665-4F33A4818F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88657"/>
      </p:ext>
    </p:extLst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765720"/>
      </p:ext>
    </p:extLst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52FDF-29F0-FEA1-55F4-48C517205ACB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2DF58-EADB-C5F8-3EAC-9FF5ADA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642E-CCE2-D55D-2F53-B151D5C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480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790F8-CB43-47FE-AE71-AD955D06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8C2-E17A-F7E1-D95A-5F79A6F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BC1DE3-EE83-6842-B054-58DA3F6BFD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95712"/>
      </p:ext>
    </p:extLst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788002"/>
      </p:ext>
    </p:extLst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50BD1E-00A9-4F45-5A21-3A16C0123F69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5D6F-CBBC-B4EB-BA4B-7A6FF3E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57199"/>
            <a:ext cx="3187700" cy="5480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5DA967-430E-FD94-6B0C-7C66CB6678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166138"/>
      </p:ext>
    </p:extLst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654587"/>
      </p:ext>
    </p:extLst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0"/>
            <a:ext cx="3968750" cy="41084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4108450"/>
            <a:ext cx="39687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548185"/>
      </p:ext>
    </p:extLst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F53DD-0966-0BFD-B778-F487FDD28A20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A6186D-802B-AA5D-226E-496C143AC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3250" y="4568825"/>
            <a:ext cx="3968750" cy="2289175"/>
          </a:xfrm>
          <a:solidFill>
            <a:schemeClr val="bg2"/>
          </a:solidFill>
        </p:spPr>
        <p:txBody>
          <a:bodyPr lIns="468000" tIns="468000" rIns="360000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41BAAD1-B2B6-51E6-5B60-1808F5AC81C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680450" y="457200"/>
            <a:ext cx="3192463" cy="365125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DAAA2D-F47B-6394-6A72-F074375588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6490"/>
      </p:ext>
    </p:extLst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8080376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D43530-2003-7EDD-62EC-552AB7BE35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07668"/>
      </p:ext>
    </p:extLst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8C3D6-67EC-0336-DD99-56DDA5E5271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2279650"/>
            <a:ext cx="7300913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7F3EFBD-B4F2-F929-4A06-6F13B5F7B0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44952"/>
      </p:ext>
    </p:extLst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 Image Grey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793E-6791-2D8C-A188-C3A968455668}"/>
              </a:ext>
            </a:extLst>
          </p:cNvPr>
          <p:cNvSpPr/>
          <p:nvPr userDrawn="1"/>
        </p:nvSpPr>
        <p:spPr>
          <a:xfrm>
            <a:off x="0" y="1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624" y="1828800"/>
            <a:ext cx="4111625" cy="50228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4"/>
            <a:ext cx="9586913" cy="9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279650"/>
            <a:ext cx="3194049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3250" y="1828800"/>
            <a:ext cx="3968750" cy="50228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45D086E-DF0D-EA77-42DA-30D06A6215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4699"/>
      </p:ext>
    </p:extLst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557530"/>
      </p:ext>
    </p:extLst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57975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922533"/>
      </p:ext>
    </p:extLst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4450" y="0"/>
            <a:ext cx="579755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F0725-0679-C9E2-063B-AB1AD521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4"/>
            <a:ext cx="5480050" cy="1416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3FE1-FF5E-6E81-D07B-CB6ABCE2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9650"/>
            <a:ext cx="548005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2E37936-3336-72C8-EF73-12F6B6DA40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4850" y="3654425"/>
            <a:ext cx="259715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450" y="3654425"/>
            <a:ext cx="32004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464186"/>
      </p:ext>
    </p:extLst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8223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457199"/>
            <a:ext cx="3194050" cy="5480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2C4B2-937C-CC88-1104-BE3049DA47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0450" y="457200"/>
            <a:ext cx="3192463" cy="13716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44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3250" y="2279650"/>
            <a:ext cx="39687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A2442C3-F533-1B9F-09E7-AC1C88B25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623535"/>
      </p:ext>
    </p:extLst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ACEBD-5245-2837-AEBA-27A73AD435E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13716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6ACE6D-21DD-9ECC-EBAD-3E0487EFF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8450" y="2279650"/>
            <a:ext cx="8083550" cy="4578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ABDF0F-4BA7-B82C-7345-64CE6436A7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13716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4959C2-0EA4-1F84-9951-8993395941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502535"/>
      </p:ext>
    </p:extLst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BFD0F-01A4-774A-DFA5-C9069D2CA6D4}"/>
              </a:ext>
            </a:extLst>
          </p:cNvPr>
          <p:cNvSpPr/>
          <p:nvPr userDrawn="1"/>
        </p:nvSpPr>
        <p:spPr>
          <a:xfrm>
            <a:off x="4108450" y="3194050"/>
            <a:ext cx="8083550" cy="366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2977A46-41C3-31B7-5F50-917CE87B9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98548"/>
      </p:ext>
    </p:extLst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C50D2-043C-36A1-1B56-B01E9B752648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6303-E295-386A-942C-82C07C8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C1C5-D53B-A06A-D3FD-B1ECECF46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9D71-ED5F-23BF-5503-5EC87E799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31ED26-13CF-BB46-91D1-83954E3377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0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B292ED-E6F9-30FB-64C6-A582A0E6EA9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678863" y="457199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7D3303-2815-4B72-8F26-26A9C051906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0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2B6807-5104-8F45-629D-98B15B70BE6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8863" y="3649818"/>
            <a:ext cx="3194050" cy="22860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1FA772-0BFE-9951-6889-D200B7DA58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30868"/>
      </p:ext>
    </p:extLst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921866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225225"/>
      </p:ext>
    </p:extLst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36544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3654425"/>
            <a:ext cx="7620000" cy="3197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932085"/>
      </p:ext>
    </p:extLst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0B571A-0C70-23C3-C005-9DC326B60D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10845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D1F2A-D0B8-6FFC-2844-97DB086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CDDE-1A75-B5EA-8ADD-CDC263C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29604B-34A0-130A-052B-DFDD6B336F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0450" y="2743200"/>
            <a:ext cx="3511550" cy="410845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C9CA1A-678C-B077-A23A-695A7C68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5843B81-9280-B787-925B-D94E5BB1E7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80450" y="1"/>
            <a:ext cx="3511550" cy="2743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76023"/>
      </p:ext>
    </p:extLst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D813FA-E1E9-6CE5-DA3B-3550F513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1588"/>
            <a:ext cx="2743200" cy="23024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182244"/>
      </p:ext>
    </p:extLst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5D703-D8EA-9994-BA95-384890B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Private. In/External use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CE458-D9A3-4DEA-87B5-6B6AE0C5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220694"/>
      </p:ext>
    </p:extLst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92480-F2BB-6E4D-0B48-BC5E95A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/>
          <a:lstStyle/>
          <a:p>
            <a:r>
              <a:rPr lang="en-GB"/>
              <a:t>Global footer where sharing status is set. Internal use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69909-5E9F-D8E9-99CB-822E1C3E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C662-D0ED-4587-B264-5C4F0D975D1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292F-46E5-7C51-F750-22AAB10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4922601"/>
      </p:ext>
    </p:extLst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31ED342-3D5F-E744-5C02-ED60F13F3A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89612"/>
            <a:ext cx="12192000" cy="2968388"/>
          </a:xfr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r>
              <a:rPr lang="en-GB"/>
              <a:t>After inserting right click on the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A187-7FD8-73C7-34D6-69957B16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93888"/>
            <a:ext cx="9144000" cy="343923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3F86-FA67-F19E-EBB4-28767A4D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09954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554C-1119-C2B8-154F-A19CC55C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90607"/>
            <a:ext cx="2743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166A59-25A3-3A00-7289-60767DE59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4764" y="204120"/>
            <a:ext cx="1240572" cy="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89233"/>
      </p:ext>
    </p:extLst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4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38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53.xml"/><Relationship Id="rId34" Type="http://schemas.openxmlformats.org/officeDocument/2006/relationships/slideLayout" Target="../slideLayouts/slideLayout66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65.xml"/><Relationship Id="rId38" Type="http://schemas.openxmlformats.org/officeDocument/2006/relationships/image" Target="../media/image7.emf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64.xml"/><Relationship Id="rId37" Type="http://schemas.openxmlformats.org/officeDocument/2006/relationships/oleObject" Target="../embeddings/oleObject2.bin"/><Relationship Id="rId40" Type="http://schemas.openxmlformats.org/officeDocument/2006/relationships/image" Target="../media/image3.svg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36" Type="http://schemas.openxmlformats.org/officeDocument/2006/relationships/tags" Target="../tags/tag3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63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2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84.xml"/><Relationship Id="rId26" Type="http://schemas.openxmlformats.org/officeDocument/2006/relationships/slideLayout" Target="../slideLayouts/slideLayout92.xml"/><Relationship Id="rId3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87.xml"/><Relationship Id="rId34" Type="http://schemas.openxmlformats.org/officeDocument/2006/relationships/image" Target="../media/image8.png"/><Relationship Id="rId7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83.xml"/><Relationship Id="rId25" Type="http://schemas.openxmlformats.org/officeDocument/2006/relationships/slideLayout" Target="../slideLayouts/slideLayout91.xml"/><Relationship Id="rId33" Type="http://schemas.openxmlformats.org/officeDocument/2006/relationships/image" Target="../media/image10.emf"/><Relationship Id="rId2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82.xml"/><Relationship Id="rId20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95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90.xml"/><Relationship Id="rId32" Type="http://schemas.openxmlformats.org/officeDocument/2006/relationships/oleObject" Target="../embeddings/oleObject4.bin"/><Relationship Id="rId5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81.xml"/><Relationship Id="rId23" Type="http://schemas.openxmlformats.org/officeDocument/2006/relationships/slideLayout" Target="../slideLayouts/slideLayout89.xml"/><Relationship Id="rId28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85.xml"/><Relationship Id="rId31" Type="http://schemas.openxmlformats.org/officeDocument/2006/relationships/tags" Target="../tags/tag5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Relationship Id="rId22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93.xml"/><Relationship Id="rId30" Type="http://schemas.openxmlformats.org/officeDocument/2006/relationships/theme" Target="../theme/theme3.xml"/><Relationship Id="rId35" Type="http://schemas.openxmlformats.org/officeDocument/2006/relationships/image" Target="../media/image11.svg"/><Relationship Id="rId8" Type="http://schemas.openxmlformats.org/officeDocument/2006/relationships/slideLayout" Target="../slideLayouts/slideLayout74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8.xml"/><Relationship Id="rId18" Type="http://schemas.openxmlformats.org/officeDocument/2006/relationships/slideLayout" Target="../slideLayouts/slideLayout113.xml"/><Relationship Id="rId26" Type="http://schemas.openxmlformats.org/officeDocument/2006/relationships/slideLayout" Target="../slideLayouts/slideLayout121.xml"/><Relationship Id="rId39" Type="http://schemas.openxmlformats.org/officeDocument/2006/relationships/slideLayout" Target="../slideLayouts/slideLayout134.xml"/><Relationship Id="rId21" Type="http://schemas.openxmlformats.org/officeDocument/2006/relationships/slideLayout" Target="../slideLayouts/slideLayout116.xml"/><Relationship Id="rId34" Type="http://schemas.openxmlformats.org/officeDocument/2006/relationships/slideLayout" Target="../slideLayouts/slideLayout129.xml"/><Relationship Id="rId42" Type="http://schemas.openxmlformats.org/officeDocument/2006/relationships/tags" Target="../tags/tag6.xml"/><Relationship Id="rId7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7.xml"/><Relationship Id="rId16" Type="http://schemas.openxmlformats.org/officeDocument/2006/relationships/slideLayout" Target="../slideLayouts/slideLayout111.xml"/><Relationship Id="rId29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6.xml"/><Relationship Id="rId24" Type="http://schemas.openxmlformats.org/officeDocument/2006/relationships/slideLayout" Target="../slideLayouts/slideLayout119.xml"/><Relationship Id="rId32" Type="http://schemas.openxmlformats.org/officeDocument/2006/relationships/slideLayout" Target="../slideLayouts/slideLayout127.xml"/><Relationship Id="rId37" Type="http://schemas.openxmlformats.org/officeDocument/2006/relationships/slideLayout" Target="../slideLayouts/slideLayout132.xml"/><Relationship Id="rId40" Type="http://schemas.openxmlformats.org/officeDocument/2006/relationships/slideLayout" Target="../slideLayouts/slideLayout135.xml"/><Relationship Id="rId45" Type="http://schemas.openxmlformats.org/officeDocument/2006/relationships/image" Target="../media/image2.png"/><Relationship Id="rId5" Type="http://schemas.openxmlformats.org/officeDocument/2006/relationships/slideLayout" Target="../slideLayouts/slideLayout100.xml"/><Relationship Id="rId15" Type="http://schemas.openxmlformats.org/officeDocument/2006/relationships/slideLayout" Target="../slideLayouts/slideLayout110.xml"/><Relationship Id="rId23" Type="http://schemas.openxmlformats.org/officeDocument/2006/relationships/slideLayout" Target="../slideLayouts/slideLayout118.xml"/><Relationship Id="rId28" Type="http://schemas.openxmlformats.org/officeDocument/2006/relationships/slideLayout" Target="../slideLayouts/slideLayout123.xml"/><Relationship Id="rId36" Type="http://schemas.openxmlformats.org/officeDocument/2006/relationships/slideLayout" Target="../slideLayouts/slideLayout131.xml"/><Relationship Id="rId10" Type="http://schemas.openxmlformats.org/officeDocument/2006/relationships/slideLayout" Target="../slideLayouts/slideLayout105.xml"/><Relationship Id="rId19" Type="http://schemas.openxmlformats.org/officeDocument/2006/relationships/slideLayout" Target="../slideLayouts/slideLayout114.xml"/><Relationship Id="rId31" Type="http://schemas.openxmlformats.org/officeDocument/2006/relationships/slideLayout" Target="../slideLayouts/slideLayout126.xml"/><Relationship Id="rId44" Type="http://schemas.openxmlformats.org/officeDocument/2006/relationships/image" Target="../media/image12.emf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Relationship Id="rId14" Type="http://schemas.openxmlformats.org/officeDocument/2006/relationships/slideLayout" Target="../slideLayouts/slideLayout109.xml"/><Relationship Id="rId22" Type="http://schemas.openxmlformats.org/officeDocument/2006/relationships/slideLayout" Target="../slideLayouts/slideLayout117.xml"/><Relationship Id="rId27" Type="http://schemas.openxmlformats.org/officeDocument/2006/relationships/slideLayout" Target="../slideLayouts/slideLayout122.xml"/><Relationship Id="rId30" Type="http://schemas.openxmlformats.org/officeDocument/2006/relationships/slideLayout" Target="../slideLayouts/slideLayout125.xml"/><Relationship Id="rId35" Type="http://schemas.openxmlformats.org/officeDocument/2006/relationships/slideLayout" Target="../slideLayouts/slideLayout130.xml"/><Relationship Id="rId43" Type="http://schemas.openxmlformats.org/officeDocument/2006/relationships/oleObject" Target="../embeddings/oleObject5.bin"/><Relationship Id="rId8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7.xml"/><Relationship Id="rId17" Type="http://schemas.openxmlformats.org/officeDocument/2006/relationships/slideLayout" Target="../slideLayouts/slideLayout112.xml"/><Relationship Id="rId25" Type="http://schemas.openxmlformats.org/officeDocument/2006/relationships/slideLayout" Target="../slideLayouts/slideLayout120.xml"/><Relationship Id="rId33" Type="http://schemas.openxmlformats.org/officeDocument/2006/relationships/slideLayout" Target="../slideLayouts/slideLayout128.xml"/><Relationship Id="rId38" Type="http://schemas.openxmlformats.org/officeDocument/2006/relationships/slideLayout" Target="../slideLayouts/slideLayout133.xml"/><Relationship Id="rId46" Type="http://schemas.openxmlformats.org/officeDocument/2006/relationships/image" Target="../media/image3.svg"/><Relationship Id="rId20" Type="http://schemas.openxmlformats.org/officeDocument/2006/relationships/slideLayout" Target="../slideLayouts/slideLayout115.xml"/><Relationship Id="rId4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8.xml"/><Relationship Id="rId18" Type="http://schemas.openxmlformats.org/officeDocument/2006/relationships/slideLayout" Target="../slideLayouts/slideLayout153.xml"/><Relationship Id="rId26" Type="http://schemas.openxmlformats.org/officeDocument/2006/relationships/slideLayout" Target="../slideLayouts/slideLayout161.xml"/><Relationship Id="rId3" Type="http://schemas.openxmlformats.org/officeDocument/2006/relationships/slideLayout" Target="../slideLayouts/slideLayout138.xml"/><Relationship Id="rId21" Type="http://schemas.openxmlformats.org/officeDocument/2006/relationships/slideLayout" Target="../slideLayouts/slideLayout156.xml"/><Relationship Id="rId34" Type="http://schemas.openxmlformats.org/officeDocument/2006/relationships/image" Target="../media/image8.png"/><Relationship Id="rId7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7.xml"/><Relationship Id="rId17" Type="http://schemas.openxmlformats.org/officeDocument/2006/relationships/slideLayout" Target="../slideLayouts/slideLayout152.xml"/><Relationship Id="rId25" Type="http://schemas.openxmlformats.org/officeDocument/2006/relationships/slideLayout" Target="../slideLayouts/slideLayout160.xml"/><Relationship Id="rId33" Type="http://schemas.openxmlformats.org/officeDocument/2006/relationships/image" Target="../media/image10.emf"/><Relationship Id="rId2" Type="http://schemas.openxmlformats.org/officeDocument/2006/relationships/slideLayout" Target="../slideLayouts/slideLayout137.xml"/><Relationship Id="rId16" Type="http://schemas.openxmlformats.org/officeDocument/2006/relationships/slideLayout" Target="../slideLayouts/slideLayout151.xml"/><Relationship Id="rId20" Type="http://schemas.openxmlformats.org/officeDocument/2006/relationships/slideLayout" Target="../slideLayouts/slideLayout155.xml"/><Relationship Id="rId29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6.xml"/><Relationship Id="rId24" Type="http://schemas.openxmlformats.org/officeDocument/2006/relationships/slideLayout" Target="../slideLayouts/slideLayout159.xml"/><Relationship Id="rId32" Type="http://schemas.openxmlformats.org/officeDocument/2006/relationships/oleObject" Target="../embeddings/oleObject6.bin"/><Relationship Id="rId5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50.xml"/><Relationship Id="rId23" Type="http://schemas.openxmlformats.org/officeDocument/2006/relationships/slideLayout" Target="../slideLayouts/slideLayout158.xml"/><Relationship Id="rId28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45.xml"/><Relationship Id="rId19" Type="http://schemas.openxmlformats.org/officeDocument/2006/relationships/slideLayout" Target="../slideLayouts/slideLayout154.xml"/><Relationship Id="rId31" Type="http://schemas.openxmlformats.org/officeDocument/2006/relationships/tags" Target="../tags/tag7.xml"/><Relationship Id="rId4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4.xml"/><Relationship Id="rId14" Type="http://schemas.openxmlformats.org/officeDocument/2006/relationships/slideLayout" Target="../slideLayouts/slideLayout149.xml"/><Relationship Id="rId22" Type="http://schemas.openxmlformats.org/officeDocument/2006/relationships/slideLayout" Target="../slideLayouts/slideLayout157.xml"/><Relationship Id="rId27" Type="http://schemas.openxmlformats.org/officeDocument/2006/relationships/slideLayout" Target="../slideLayouts/slideLayout162.xml"/><Relationship Id="rId30" Type="http://schemas.openxmlformats.org/officeDocument/2006/relationships/theme" Target="../theme/theme5.xml"/><Relationship Id="rId35" Type="http://schemas.openxmlformats.org/officeDocument/2006/relationships/image" Target="../media/image11.svg"/><Relationship Id="rId8" Type="http://schemas.openxmlformats.org/officeDocument/2006/relationships/slideLayout" Target="../slideLayouts/slideLayout143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82.xml"/><Relationship Id="rId26" Type="http://schemas.openxmlformats.org/officeDocument/2006/relationships/slideLayout" Target="../slideLayouts/slideLayout190.xml"/><Relationship Id="rId3" Type="http://schemas.openxmlformats.org/officeDocument/2006/relationships/slideLayout" Target="../slideLayouts/slideLayout167.xml"/><Relationship Id="rId21" Type="http://schemas.openxmlformats.org/officeDocument/2006/relationships/slideLayout" Target="../slideLayouts/slideLayout185.xml"/><Relationship Id="rId34" Type="http://schemas.openxmlformats.org/officeDocument/2006/relationships/image" Target="../media/image16.emf"/><Relationship Id="rId7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81.xml"/><Relationship Id="rId25" Type="http://schemas.openxmlformats.org/officeDocument/2006/relationships/slideLayout" Target="../slideLayouts/slideLayout189.xml"/><Relationship Id="rId33" Type="http://schemas.openxmlformats.org/officeDocument/2006/relationships/oleObject" Target="../embeddings/oleObject7.bin"/><Relationship Id="rId2" Type="http://schemas.openxmlformats.org/officeDocument/2006/relationships/slideLayout" Target="../slideLayouts/slideLayout166.xml"/><Relationship Id="rId16" Type="http://schemas.openxmlformats.org/officeDocument/2006/relationships/slideLayout" Target="../slideLayouts/slideLayout180.xml"/><Relationship Id="rId20" Type="http://schemas.openxmlformats.org/officeDocument/2006/relationships/slideLayout" Target="../slideLayouts/slideLayout184.xml"/><Relationship Id="rId29" Type="http://schemas.openxmlformats.org/officeDocument/2006/relationships/slideLayout" Target="../slideLayouts/slideLayout193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24" Type="http://schemas.openxmlformats.org/officeDocument/2006/relationships/slideLayout" Target="../slideLayouts/slideLayout188.xml"/><Relationship Id="rId32" Type="http://schemas.openxmlformats.org/officeDocument/2006/relationships/tags" Target="../tags/tag8.xml"/><Relationship Id="rId5" Type="http://schemas.openxmlformats.org/officeDocument/2006/relationships/slideLayout" Target="../slideLayouts/slideLayout169.xml"/><Relationship Id="rId15" Type="http://schemas.openxmlformats.org/officeDocument/2006/relationships/slideLayout" Target="../slideLayouts/slideLayout179.xml"/><Relationship Id="rId23" Type="http://schemas.openxmlformats.org/officeDocument/2006/relationships/slideLayout" Target="../slideLayouts/slideLayout187.xml"/><Relationship Id="rId28" Type="http://schemas.openxmlformats.org/officeDocument/2006/relationships/slideLayout" Target="../slideLayouts/slideLayout192.xml"/><Relationship Id="rId36" Type="http://schemas.openxmlformats.org/officeDocument/2006/relationships/image" Target="../media/image3.svg"/><Relationship Id="rId10" Type="http://schemas.openxmlformats.org/officeDocument/2006/relationships/slideLayout" Target="../slideLayouts/slideLayout174.xml"/><Relationship Id="rId19" Type="http://schemas.openxmlformats.org/officeDocument/2006/relationships/slideLayout" Target="../slideLayouts/slideLayout183.xml"/><Relationship Id="rId31" Type="http://schemas.openxmlformats.org/officeDocument/2006/relationships/theme" Target="../theme/theme6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8.xml"/><Relationship Id="rId22" Type="http://schemas.openxmlformats.org/officeDocument/2006/relationships/slideLayout" Target="../slideLayouts/slideLayout186.xml"/><Relationship Id="rId27" Type="http://schemas.openxmlformats.org/officeDocument/2006/relationships/slideLayout" Target="../slideLayouts/slideLayout191.xml"/><Relationship Id="rId30" Type="http://schemas.openxmlformats.org/officeDocument/2006/relationships/slideLayout" Target="../slideLayouts/slideLayout194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172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7.xml"/><Relationship Id="rId18" Type="http://schemas.openxmlformats.org/officeDocument/2006/relationships/slideLayout" Target="../slideLayouts/slideLayout212.xml"/><Relationship Id="rId26" Type="http://schemas.openxmlformats.org/officeDocument/2006/relationships/slideLayout" Target="../slideLayouts/slideLayout220.xml"/><Relationship Id="rId21" Type="http://schemas.openxmlformats.org/officeDocument/2006/relationships/slideLayout" Target="../slideLayouts/slideLayout215.xml"/><Relationship Id="rId34" Type="http://schemas.openxmlformats.org/officeDocument/2006/relationships/tags" Target="../tags/tag10.xml"/><Relationship Id="rId7" Type="http://schemas.openxmlformats.org/officeDocument/2006/relationships/slideLayout" Target="../slideLayouts/slideLayout201.xml"/><Relationship Id="rId12" Type="http://schemas.openxmlformats.org/officeDocument/2006/relationships/slideLayout" Target="../slideLayouts/slideLayout206.xml"/><Relationship Id="rId17" Type="http://schemas.openxmlformats.org/officeDocument/2006/relationships/slideLayout" Target="../slideLayouts/slideLayout211.xml"/><Relationship Id="rId25" Type="http://schemas.openxmlformats.org/officeDocument/2006/relationships/slideLayout" Target="../slideLayouts/slideLayout219.xml"/><Relationship Id="rId33" Type="http://schemas.openxmlformats.org/officeDocument/2006/relationships/theme" Target="../theme/theme7.xml"/><Relationship Id="rId38" Type="http://schemas.openxmlformats.org/officeDocument/2006/relationships/image" Target="../media/image3.svg"/><Relationship Id="rId2" Type="http://schemas.openxmlformats.org/officeDocument/2006/relationships/slideLayout" Target="../slideLayouts/slideLayout196.xml"/><Relationship Id="rId16" Type="http://schemas.openxmlformats.org/officeDocument/2006/relationships/slideLayout" Target="../slideLayouts/slideLayout210.xml"/><Relationship Id="rId20" Type="http://schemas.openxmlformats.org/officeDocument/2006/relationships/slideLayout" Target="../slideLayouts/slideLayout214.xml"/><Relationship Id="rId29" Type="http://schemas.openxmlformats.org/officeDocument/2006/relationships/slideLayout" Target="../slideLayouts/slideLayout223.xml"/><Relationship Id="rId1" Type="http://schemas.openxmlformats.org/officeDocument/2006/relationships/slideLayout" Target="../slideLayouts/slideLayout195.xml"/><Relationship Id="rId6" Type="http://schemas.openxmlformats.org/officeDocument/2006/relationships/slideLayout" Target="../slideLayouts/slideLayout200.xml"/><Relationship Id="rId11" Type="http://schemas.openxmlformats.org/officeDocument/2006/relationships/slideLayout" Target="../slideLayouts/slideLayout205.xml"/><Relationship Id="rId24" Type="http://schemas.openxmlformats.org/officeDocument/2006/relationships/slideLayout" Target="../slideLayouts/slideLayout218.xml"/><Relationship Id="rId32" Type="http://schemas.openxmlformats.org/officeDocument/2006/relationships/slideLayout" Target="../slideLayouts/slideLayout226.xml"/><Relationship Id="rId37" Type="http://schemas.openxmlformats.org/officeDocument/2006/relationships/image" Target="../media/image2.png"/><Relationship Id="rId5" Type="http://schemas.openxmlformats.org/officeDocument/2006/relationships/slideLayout" Target="../slideLayouts/slideLayout199.xml"/><Relationship Id="rId15" Type="http://schemas.openxmlformats.org/officeDocument/2006/relationships/slideLayout" Target="../slideLayouts/slideLayout209.xml"/><Relationship Id="rId23" Type="http://schemas.openxmlformats.org/officeDocument/2006/relationships/slideLayout" Target="../slideLayouts/slideLayout217.xml"/><Relationship Id="rId28" Type="http://schemas.openxmlformats.org/officeDocument/2006/relationships/slideLayout" Target="../slideLayouts/slideLayout222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204.xml"/><Relationship Id="rId19" Type="http://schemas.openxmlformats.org/officeDocument/2006/relationships/slideLayout" Target="../slideLayouts/slideLayout213.xml"/><Relationship Id="rId31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198.xml"/><Relationship Id="rId9" Type="http://schemas.openxmlformats.org/officeDocument/2006/relationships/slideLayout" Target="../slideLayouts/slideLayout203.xml"/><Relationship Id="rId14" Type="http://schemas.openxmlformats.org/officeDocument/2006/relationships/slideLayout" Target="../slideLayouts/slideLayout208.xml"/><Relationship Id="rId22" Type="http://schemas.openxmlformats.org/officeDocument/2006/relationships/slideLayout" Target="../slideLayouts/slideLayout216.xml"/><Relationship Id="rId27" Type="http://schemas.openxmlformats.org/officeDocument/2006/relationships/slideLayout" Target="../slideLayouts/slideLayout221.xml"/><Relationship Id="rId30" Type="http://schemas.openxmlformats.org/officeDocument/2006/relationships/slideLayout" Target="../slideLayouts/slideLayout224.xml"/><Relationship Id="rId35" Type="http://schemas.openxmlformats.org/officeDocument/2006/relationships/oleObject" Target="../embeddings/oleObject9.bin"/><Relationship Id="rId8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197.xml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9.xml"/><Relationship Id="rId18" Type="http://schemas.openxmlformats.org/officeDocument/2006/relationships/slideLayout" Target="../slideLayouts/slideLayout244.xml"/><Relationship Id="rId26" Type="http://schemas.openxmlformats.org/officeDocument/2006/relationships/slideLayout" Target="../slideLayouts/slideLayout252.xml"/><Relationship Id="rId39" Type="http://schemas.openxmlformats.org/officeDocument/2006/relationships/image" Target="../media/image22.emf"/><Relationship Id="rId21" Type="http://schemas.openxmlformats.org/officeDocument/2006/relationships/slideLayout" Target="../slideLayouts/slideLayout247.xml"/><Relationship Id="rId34" Type="http://schemas.openxmlformats.org/officeDocument/2006/relationships/slideLayout" Target="../slideLayouts/slideLayout260.xml"/><Relationship Id="rId7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28.xml"/><Relationship Id="rId16" Type="http://schemas.openxmlformats.org/officeDocument/2006/relationships/slideLayout" Target="../slideLayouts/slideLayout242.xml"/><Relationship Id="rId20" Type="http://schemas.openxmlformats.org/officeDocument/2006/relationships/slideLayout" Target="../slideLayouts/slideLayout246.xml"/><Relationship Id="rId29" Type="http://schemas.openxmlformats.org/officeDocument/2006/relationships/slideLayout" Target="../slideLayouts/slideLayout255.xml"/><Relationship Id="rId41" Type="http://schemas.openxmlformats.org/officeDocument/2006/relationships/image" Target="../media/image3.svg"/><Relationship Id="rId1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32.xml"/><Relationship Id="rId11" Type="http://schemas.openxmlformats.org/officeDocument/2006/relationships/slideLayout" Target="../slideLayouts/slideLayout237.xml"/><Relationship Id="rId24" Type="http://schemas.openxmlformats.org/officeDocument/2006/relationships/slideLayout" Target="../slideLayouts/slideLayout250.xml"/><Relationship Id="rId32" Type="http://schemas.openxmlformats.org/officeDocument/2006/relationships/slideLayout" Target="../slideLayouts/slideLayout258.xml"/><Relationship Id="rId37" Type="http://schemas.openxmlformats.org/officeDocument/2006/relationships/tags" Target="../tags/tag13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231.xml"/><Relationship Id="rId15" Type="http://schemas.openxmlformats.org/officeDocument/2006/relationships/slideLayout" Target="../slideLayouts/slideLayout241.xml"/><Relationship Id="rId23" Type="http://schemas.openxmlformats.org/officeDocument/2006/relationships/slideLayout" Target="../slideLayouts/slideLayout249.xml"/><Relationship Id="rId28" Type="http://schemas.openxmlformats.org/officeDocument/2006/relationships/slideLayout" Target="../slideLayouts/slideLayout254.xml"/><Relationship Id="rId36" Type="http://schemas.openxmlformats.org/officeDocument/2006/relationships/theme" Target="../theme/theme8.xml"/><Relationship Id="rId10" Type="http://schemas.openxmlformats.org/officeDocument/2006/relationships/slideLayout" Target="../slideLayouts/slideLayout236.xml"/><Relationship Id="rId19" Type="http://schemas.openxmlformats.org/officeDocument/2006/relationships/slideLayout" Target="../slideLayouts/slideLayout245.xml"/><Relationship Id="rId31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30.xml"/><Relationship Id="rId9" Type="http://schemas.openxmlformats.org/officeDocument/2006/relationships/slideLayout" Target="../slideLayouts/slideLayout235.xml"/><Relationship Id="rId14" Type="http://schemas.openxmlformats.org/officeDocument/2006/relationships/slideLayout" Target="../slideLayouts/slideLayout240.xml"/><Relationship Id="rId22" Type="http://schemas.openxmlformats.org/officeDocument/2006/relationships/slideLayout" Target="../slideLayouts/slideLayout248.xml"/><Relationship Id="rId27" Type="http://schemas.openxmlformats.org/officeDocument/2006/relationships/slideLayout" Target="../slideLayouts/slideLayout253.xml"/><Relationship Id="rId30" Type="http://schemas.openxmlformats.org/officeDocument/2006/relationships/slideLayout" Target="../slideLayouts/slideLayout256.xml"/><Relationship Id="rId35" Type="http://schemas.openxmlformats.org/officeDocument/2006/relationships/slideLayout" Target="../slideLayouts/slideLayout261.xml"/><Relationship Id="rId8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29.xml"/><Relationship Id="rId12" Type="http://schemas.openxmlformats.org/officeDocument/2006/relationships/slideLayout" Target="../slideLayouts/slideLayout238.xml"/><Relationship Id="rId17" Type="http://schemas.openxmlformats.org/officeDocument/2006/relationships/slideLayout" Target="../slideLayouts/slideLayout243.xml"/><Relationship Id="rId25" Type="http://schemas.openxmlformats.org/officeDocument/2006/relationships/slideLayout" Target="../slideLayouts/slideLayout251.xml"/><Relationship Id="rId33" Type="http://schemas.openxmlformats.org/officeDocument/2006/relationships/slideLayout" Target="../slideLayouts/slideLayout259.xml"/><Relationship Id="rId38" Type="http://schemas.openxmlformats.org/officeDocument/2006/relationships/oleObject" Target="../embeddings/oleObject11.bin"/></Relationships>
</file>

<file path=ppt/slideMasters/_rels/slideMaster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4.xml"/><Relationship Id="rId18" Type="http://schemas.openxmlformats.org/officeDocument/2006/relationships/slideLayout" Target="../slideLayouts/slideLayout279.xml"/><Relationship Id="rId26" Type="http://schemas.openxmlformats.org/officeDocument/2006/relationships/slideLayout" Target="../slideLayouts/slideLayout287.xml"/><Relationship Id="rId3" Type="http://schemas.openxmlformats.org/officeDocument/2006/relationships/slideLayout" Target="../slideLayouts/slideLayout264.xml"/><Relationship Id="rId21" Type="http://schemas.openxmlformats.org/officeDocument/2006/relationships/slideLayout" Target="../slideLayouts/slideLayout282.xml"/><Relationship Id="rId34" Type="http://schemas.openxmlformats.org/officeDocument/2006/relationships/image" Target="../media/image8.png"/><Relationship Id="rId7" Type="http://schemas.openxmlformats.org/officeDocument/2006/relationships/slideLayout" Target="../slideLayouts/slideLayout268.xml"/><Relationship Id="rId12" Type="http://schemas.openxmlformats.org/officeDocument/2006/relationships/slideLayout" Target="../slideLayouts/slideLayout273.xml"/><Relationship Id="rId17" Type="http://schemas.openxmlformats.org/officeDocument/2006/relationships/slideLayout" Target="../slideLayouts/slideLayout278.xml"/><Relationship Id="rId25" Type="http://schemas.openxmlformats.org/officeDocument/2006/relationships/slideLayout" Target="../slideLayouts/slideLayout286.xml"/><Relationship Id="rId33" Type="http://schemas.openxmlformats.org/officeDocument/2006/relationships/image" Target="../media/image23.emf"/><Relationship Id="rId2" Type="http://schemas.openxmlformats.org/officeDocument/2006/relationships/slideLayout" Target="../slideLayouts/slideLayout263.xml"/><Relationship Id="rId16" Type="http://schemas.openxmlformats.org/officeDocument/2006/relationships/slideLayout" Target="../slideLayouts/slideLayout277.xml"/><Relationship Id="rId20" Type="http://schemas.openxmlformats.org/officeDocument/2006/relationships/slideLayout" Target="../slideLayouts/slideLayout281.xml"/><Relationship Id="rId29" Type="http://schemas.openxmlformats.org/officeDocument/2006/relationships/slideLayout" Target="../slideLayouts/slideLayout290.xml"/><Relationship Id="rId1" Type="http://schemas.openxmlformats.org/officeDocument/2006/relationships/slideLayout" Target="../slideLayouts/slideLayout262.xml"/><Relationship Id="rId6" Type="http://schemas.openxmlformats.org/officeDocument/2006/relationships/slideLayout" Target="../slideLayouts/slideLayout267.xml"/><Relationship Id="rId11" Type="http://schemas.openxmlformats.org/officeDocument/2006/relationships/slideLayout" Target="../slideLayouts/slideLayout272.xml"/><Relationship Id="rId24" Type="http://schemas.openxmlformats.org/officeDocument/2006/relationships/slideLayout" Target="../slideLayouts/slideLayout285.xml"/><Relationship Id="rId32" Type="http://schemas.openxmlformats.org/officeDocument/2006/relationships/oleObject" Target="../embeddings/oleObject12.bin"/><Relationship Id="rId5" Type="http://schemas.openxmlformats.org/officeDocument/2006/relationships/slideLayout" Target="../slideLayouts/slideLayout266.xml"/><Relationship Id="rId15" Type="http://schemas.openxmlformats.org/officeDocument/2006/relationships/slideLayout" Target="../slideLayouts/slideLayout276.xml"/><Relationship Id="rId23" Type="http://schemas.openxmlformats.org/officeDocument/2006/relationships/slideLayout" Target="../slideLayouts/slideLayout284.xml"/><Relationship Id="rId28" Type="http://schemas.openxmlformats.org/officeDocument/2006/relationships/slideLayout" Target="../slideLayouts/slideLayout289.xml"/><Relationship Id="rId10" Type="http://schemas.openxmlformats.org/officeDocument/2006/relationships/slideLayout" Target="../slideLayouts/slideLayout271.xml"/><Relationship Id="rId19" Type="http://schemas.openxmlformats.org/officeDocument/2006/relationships/slideLayout" Target="../slideLayouts/slideLayout280.xml"/><Relationship Id="rId31" Type="http://schemas.openxmlformats.org/officeDocument/2006/relationships/tags" Target="../tags/tag14.xml"/><Relationship Id="rId4" Type="http://schemas.openxmlformats.org/officeDocument/2006/relationships/slideLayout" Target="../slideLayouts/slideLayout265.xml"/><Relationship Id="rId9" Type="http://schemas.openxmlformats.org/officeDocument/2006/relationships/slideLayout" Target="../slideLayouts/slideLayout270.xml"/><Relationship Id="rId14" Type="http://schemas.openxmlformats.org/officeDocument/2006/relationships/slideLayout" Target="../slideLayouts/slideLayout275.xml"/><Relationship Id="rId22" Type="http://schemas.openxmlformats.org/officeDocument/2006/relationships/slideLayout" Target="../slideLayouts/slideLayout283.xml"/><Relationship Id="rId27" Type="http://schemas.openxmlformats.org/officeDocument/2006/relationships/slideLayout" Target="../slideLayouts/slideLayout288.xml"/><Relationship Id="rId30" Type="http://schemas.openxmlformats.org/officeDocument/2006/relationships/theme" Target="../theme/theme9.xml"/><Relationship Id="rId35" Type="http://schemas.openxmlformats.org/officeDocument/2006/relationships/image" Target="../media/image11.svg"/><Relationship Id="rId8" Type="http://schemas.openxmlformats.org/officeDocument/2006/relationships/slideLayout" Target="../slideLayouts/slideLayout269.xml"/></Relationships>
</file>

<file path=ppt/slideMasters/_rels/slideMaster10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03.xml"/><Relationship Id="rId18" Type="http://schemas.openxmlformats.org/officeDocument/2006/relationships/slideLayout" Target="../slideLayouts/slideLayout308.xml"/><Relationship Id="rId26" Type="http://schemas.openxmlformats.org/officeDocument/2006/relationships/slideLayout" Target="../slideLayouts/slideLayout316.xml"/><Relationship Id="rId21" Type="http://schemas.openxmlformats.org/officeDocument/2006/relationships/slideLayout" Target="../slideLayouts/slideLayout311.xml"/><Relationship Id="rId34" Type="http://schemas.openxmlformats.org/officeDocument/2006/relationships/tags" Target="../tags/tag15.xml"/><Relationship Id="rId7" Type="http://schemas.openxmlformats.org/officeDocument/2006/relationships/slideLayout" Target="../slideLayouts/slideLayout297.xml"/><Relationship Id="rId12" Type="http://schemas.openxmlformats.org/officeDocument/2006/relationships/slideLayout" Target="../slideLayouts/slideLayout302.xml"/><Relationship Id="rId17" Type="http://schemas.openxmlformats.org/officeDocument/2006/relationships/slideLayout" Target="../slideLayouts/slideLayout307.xml"/><Relationship Id="rId25" Type="http://schemas.openxmlformats.org/officeDocument/2006/relationships/slideLayout" Target="../slideLayouts/slideLayout315.xml"/><Relationship Id="rId33" Type="http://schemas.openxmlformats.org/officeDocument/2006/relationships/theme" Target="../theme/theme10.xml"/><Relationship Id="rId38" Type="http://schemas.openxmlformats.org/officeDocument/2006/relationships/image" Target="../media/image11.svg"/><Relationship Id="rId2" Type="http://schemas.openxmlformats.org/officeDocument/2006/relationships/slideLayout" Target="../slideLayouts/slideLayout292.xml"/><Relationship Id="rId16" Type="http://schemas.openxmlformats.org/officeDocument/2006/relationships/slideLayout" Target="../slideLayouts/slideLayout306.xml"/><Relationship Id="rId20" Type="http://schemas.openxmlformats.org/officeDocument/2006/relationships/slideLayout" Target="../slideLayouts/slideLayout310.xml"/><Relationship Id="rId29" Type="http://schemas.openxmlformats.org/officeDocument/2006/relationships/slideLayout" Target="../slideLayouts/slideLayout319.xml"/><Relationship Id="rId1" Type="http://schemas.openxmlformats.org/officeDocument/2006/relationships/slideLayout" Target="../slideLayouts/slideLayout291.xml"/><Relationship Id="rId6" Type="http://schemas.openxmlformats.org/officeDocument/2006/relationships/slideLayout" Target="../slideLayouts/slideLayout296.xml"/><Relationship Id="rId11" Type="http://schemas.openxmlformats.org/officeDocument/2006/relationships/slideLayout" Target="../slideLayouts/slideLayout301.xml"/><Relationship Id="rId24" Type="http://schemas.openxmlformats.org/officeDocument/2006/relationships/slideLayout" Target="../slideLayouts/slideLayout314.xml"/><Relationship Id="rId32" Type="http://schemas.openxmlformats.org/officeDocument/2006/relationships/slideLayout" Target="../slideLayouts/slideLayout322.xml"/><Relationship Id="rId37" Type="http://schemas.openxmlformats.org/officeDocument/2006/relationships/image" Target="../media/image8.png"/><Relationship Id="rId5" Type="http://schemas.openxmlformats.org/officeDocument/2006/relationships/slideLayout" Target="../slideLayouts/slideLayout295.xml"/><Relationship Id="rId15" Type="http://schemas.openxmlformats.org/officeDocument/2006/relationships/slideLayout" Target="../slideLayouts/slideLayout305.xml"/><Relationship Id="rId23" Type="http://schemas.openxmlformats.org/officeDocument/2006/relationships/slideLayout" Target="../slideLayouts/slideLayout313.xml"/><Relationship Id="rId28" Type="http://schemas.openxmlformats.org/officeDocument/2006/relationships/slideLayout" Target="../slideLayouts/slideLayout318.xml"/><Relationship Id="rId36" Type="http://schemas.openxmlformats.org/officeDocument/2006/relationships/image" Target="../media/image17.emf"/><Relationship Id="rId10" Type="http://schemas.openxmlformats.org/officeDocument/2006/relationships/slideLayout" Target="../slideLayouts/slideLayout300.xml"/><Relationship Id="rId19" Type="http://schemas.openxmlformats.org/officeDocument/2006/relationships/slideLayout" Target="../slideLayouts/slideLayout309.xml"/><Relationship Id="rId31" Type="http://schemas.openxmlformats.org/officeDocument/2006/relationships/slideLayout" Target="../slideLayouts/slideLayout321.xml"/><Relationship Id="rId4" Type="http://schemas.openxmlformats.org/officeDocument/2006/relationships/slideLayout" Target="../slideLayouts/slideLayout294.xml"/><Relationship Id="rId9" Type="http://schemas.openxmlformats.org/officeDocument/2006/relationships/slideLayout" Target="../slideLayouts/slideLayout299.xml"/><Relationship Id="rId14" Type="http://schemas.openxmlformats.org/officeDocument/2006/relationships/slideLayout" Target="../slideLayouts/slideLayout304.xml"/><Relationship Id="rId22" Type="http://schemas.openxmlformats.org/officeDocument/2006/relationships/slideLayout" Target="../slideLayouts/slideLayout312.xml"/><Relationship Id="rId27" Type="http://schemas.openxmlformats.org/officeDocument/2006/relationships/slideLayout" Target="../slideLayouts/slideLayout317.xml"/><Relationship Id="rId30" Type="http://schemas.openxmlformats.org/officeDocument/2006/relationships/slideLayout" Target="../slideLayouts/slideLayout320.xml"/><Relationship Id="rId35" Type="http://schemas.openxmlformats.org/officeDocument/2006/relationships/oleObject" Target="../embeddings/oleObject13.bin"/><Relationship Id="rId8" Type="http://schemas.openxmlformats.org/officeDocument/2006/relationships/slideLayout" Target="../slideLayouts/slideLayout298.xml"/><Relationship Id="rId3" Type="http://schemas.openxmlformats.org/officeDocument/2006/relationships/slideLayout" Target="../slideLayouts/slideLayout293.xml"/></Relationships>
</file>

<file path=ppt/slideMasters/_rels/slideMaster1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35.xml"/><Relationship Id="rId18" Type="http://schemas.openxmlformats.org/officeDocument/2006/relationships/slideLayout" Target="../slideLayouts/slideLayout340.xml"/><Relationship Id="rId26" Type="http://schemas.openxmlformats.org/officeDocument/2006/relationships/slideLayout" Target="../slideLayouts/slideLayout348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343.xml"/><Relationship Id="rId34" Type="http://schemas.openxmlformats.org/officeDocument/2006/relationships/slideLayout" Target="../slideLayouts/slideLayout356.xml"/><Relationship Id="rId7" Type="http://schemas.openxmlformats.org/officeDocument/2006/relationships/slideLayout" Target="../slideLayouts/slideLayout329.xml"/><Relationship Id="rId12" Type="http://schemas.openxmlformats.org/officeDocument/2006/relationships/slideLayout" Target="../slideLayouts/slideLayout334.xml"/><Relationship Id="rId17" Type="http://schemas.openxmlformats.org/officeDocument/2006/relationships/slideLayout" Target="../slideLayouts/slideLayout339.xml"/><Relationship Id="rId25" Type="http://schemas.openxmlformats.org/officeDocument/2006/relationships/slideLayout" Target="../slideLayouts/slideLayout347.xml"/><Relationship Id="rId33" Type="http://schemas.openxmlformats.org/officeDocument/2006/relationships/slideLayout" Target="../slideLayouts/slideLayout355.xml"/><Relationship Id="rId38" Type="http://schemas.openxmlformats.org/officeDocument/2006/relationships/image" Target="../media/image23.emf"/><Relationship Id="rId2" Type="http://schemas.openxmlformats.org/officeDocument/2006/relationships/slideLayout" Target="../slideLayouts/slideLayout324.xml"/><Relationship Id="rId16" Type="http://schemas.openxmlformats.org/officeDocument/2006/relationships/slideLayout" Target="../slideLayouts/slideLayout338.xml"/><Relationship Id="rId20" Type="http://schemas.openxmlformats.org/officeDocument/2006/relationships/slideLayout" Target="../slideLayouts/slideLayout342.xml"/><Relationship Id="rId29" Type="http://schemas.openxmlformats.org/officeDocument/2006/relationships/slideLayout" Target="../slideLayouts/slideLayout351.xml"/><Relationship Id="rId1" Type="http://schemas.openxmlformats.org/officeDocument/2006/relationships/slideLayout" Target="../slideLayouts/slideLayout323.xml"/><Relationship Id="rId6" Type="http://schemas.openxmlformats.org/officeDocument/2006/relationships/slideLayout" Target="../slideLayouts/slideLayout328.xml"/><Relationship Id="rId11" Type="http://schemas.openxmlformats.org/officeDocument/2006/relationships/slideLayout" Target="../slideLayouts/slideLayout333.xml"/><Relationship Id="rId24" Type="http://schemas.openxmlformats.org/officeDocument/2006/relationships/slideLayout" Target="../slideLayouts/slideLayout346.xml"/><Relationship Id="rId32" Type="http://schemas.openxmlformats.org/officeDocument/2006/relationships/slideLayout" Target="../slideLayouts/slideLayout354.xml"/><Relationship Id="rId37" Type="http://schemas.openxmlformats.org/officeDocument/2006/relationships/oleObject" Target="../embeddings/oleObject14.bin"/><Relationship Id="rId40" Type="http://schemas.openxmlformats.org/officeDocument/2006/relationships/image" Target="../media/image4.svg"/><Relationship Id="rId5" Type="http://schemas.openxmlformats.org/officeDocument/2006/relationships/slideLayout" Target="../slideLayouts/slideLayout327.xml"/><Relationship Id="rId15" Type="http://schemas.openxmlformats.org/officeDocument/2006/relationships/slideLayout" Target="../slideLayouts/slideLayout337.xml"/><Relationship Id="rId23" Type="http://schemas.openxmlformats.org/officeDocument/2006/relationships/slideLayout" Target="../slideLayouts/slideLayout345.xml"/><Relationship Id="rId28" Type="http://schemas.openxmlformats.org/officeDocument/2006/relationships/slideLayout" Target="../slideLayouts/slideLayout350.xml"/><Relationship Id="rId36" Type="http://schemas.openxmlformats.org/officeDocument/2006/relationships/tags" Target="../tags/tag16.xml"/><Relationship Id="rId10" Type="http://schemas.openxmlformats.org/officeDocument/2006/relationships/slideLayout" Target="../slideLayouts/slideLayout332.xml"/><Relationship Id="rId19" Type="http://schemas.openxmlformats.org/officeDocument/2006/relationships/slideLayout" Target="../slideLayouts/slideLayout341.xml"/><Relationship Id="rId31" Type="http://schemas.openxmlformats.org/officeDocument/2006/relationships/slideLayout" Target="../slideLayouts/slideLayout353.xml"/><Relationship Id="rId4" Type="http://schemas.openxmlformats.org/officeDocument/2006/relationships/slideLayout" Target="../slideLayouts/slideLayout326.xml"/><Relationship Id="rId9" Type="http://schemas.openxmlformats.org/officeDocument/2006/relationships/slideLayout" Target="../slideLayouts/slideLayout331.xml"/><Relationship Id="rId14" Type="http://schemas.openxmlformats.org/officeDocument/2006/relationships/slideLayout" Target="../slideLayouts/slideLayout336.xml"/><Relationship Id="rId22" Type="http://schemas.openxmlformats.org/officeDocument/2006/relationships/slideLayout" Target="../slideLayouts/slideLayout344.xml"/><Relationship Id="rId27" Type="http://schemas.openxmlformats.org/officeDocument/2006/relationships/slideLayout" Target="../slideLayouts/slideLayout349.xml"/><Relationship Id="rId30" Type="http://schemas.openxmlformats.org/officeDocument/2006/relationships/slideLayout" Target="../slideLayouts/slideLayout352.xml"/><Relationship Id="rId35" Type="http://schemas.openxmlformats.org/officeDocument/2006/relationships/theme" Target="../theme/theme11.xml"/><Relationship Id="rId8" Type="http://schemas.openxmlformats.org/officeDocument/2006/relationships/slideLayout" Target="../slideLayouts/slideLayout330.xml"/><Relationship Id="rId3" Type="http://schemas.openxmlformats.org/officeDocument/2006/relationships/slideLayout" Target="../slideLayouts/slideLayout325.xml"/></Relationships>
</file>

<file path=ppt/slideMasters/_rels/slideMaster1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69.xml"/><Relationship Id="rId18" Type="http://schemas.openxmlformats.org/officeDocument/2006/relationships/slideLayout" Target="../slideLayouts/slideLayout374.xml"/><Relationship Id="rId26" Type="http://schemas.openxmlformats.org/officeDocument/2006/relationships/slideLayout" Target="../slideLayouts/slideLayout382.xml"/><Relationship Id="rId3" Type="http://schemas.openxmlformats.org/officeDocument/2006/relationships/slideLayout" Target="../slideLayouts/slideLayout359.xml"/><Relationship Id="rId21" Type="http://schemas.openxmlformats.org/officeDocument/2006/relationships/slideLayout" Target="../slideLayouts/slideLayout377.xml"/><Relationship Id="rId34" Type="http://schemas.openxmlformats.org/officeDocument/2006/relationships/image" Target="../media/image8.png"/><Relationship Id="rId7" Type="http://schemas.openxmlformats.org/officeDocument/2006/relationships/slideLayout" Target="../slideLayouts/slideLayout363.xml"/><Relationship Id="rId12" Type="http://schemas.openxmlformats.org/officeDocument/2006/relationships/slideLayout" Target="../slideLayouts/slideLayout368.xml"/><Relationship Id="rId17" Type="http://schemas.openxmlformats.org/officeDocument/2006/relationships/slideLayout" Target="../slideLayouts/slideLayout373.xml"/><Relationship Id="rId25" Type="http://schemas.openxmlformats.org/officeDocument/2006/relationships/slideLayout" Target="../slideLayouts/slideLayout381.xml"/><Relationship Id="rId33" Type="http://schemas.openxmlformats.org/officeDocument/2006/relationships/image" Target="../media/image24.emf"/><Relationship Id="rId2" Type="http://schemas.openxmlformats.org/officeDocument/2006/relationships/slideLayout" Target="../slideLayouts/slideLayout358.xml"/><Relationship Id="rId16" Type="http://schemas.openxmlformats.org/officeDocument/2006/relationships/slideLayout" Target="../slideLayouts/slideLayout372.xml"/><Relationship Id="rId20" Type="http://schemas.openxmlformats.org/officeDocument/2006/relationships/slideLayout" Target="../slideLayouts/slideLayout376.xml"/><Relationship Id="rId29" Type="http://schemas.openxmlformats.org/officeDocument/2006/relationships/slideLayout" Target="../slideLayouts/slideLayout385.xml"/><Relationship Id="rId1" Type="http://schemas.openxmlformats.org/officeDocument/2006/relationships/slideLayout" Target="../slideLayouts/slideLayout357.xml"/><Relationship Id="rId6" Type="http://schemas.openxmlformats.org/officeDocument/2006/relationships/slideLayout" Target="../slideLayouts/slideLayout362.xml"/><Relationship Id="rId11" Type="http://schemas.openxmlformats.org/officeDocument/2006/relationships/slideLayout" Target="../slideLayouts/slideLayout367.xml"/><Relationship Id="rId24" Type="http://schemas.openxmlformats.org/officeDocument/2006/relationships/slideLayout" Target="../slideLayouts/slideLayout380.xml"/><Relationship Id="rId32" Type="http://schemas.openxmlformats.org/officeDocument/2006/relationships/oleObject" Target="../embeddings/oleObject15.bin"/><Relationship Id="rId5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71.xml"/><Relationship Id="rId23" Type="http://schemas.openxmlformats.org/officeDocument/2006/relationships/slideLayout" Target="../slideLayouts/slideLayout379.xml"/><Relationship Id="rId28" Type="http://schemas.openxmlformats.org/officeDocument/2006/relationships/slideLayout" Target="../slideLayouts/slideLayout384.xml"/><Relationship Id="rId10" Type="http://schemas.openxmlformats.org/officeDocument/2006/relationships/slideLayout" Target="../slideLayouts/slideLayout366.xml"/><Relationship Id="rId19" Type="http://schemas.openxmlformats.org/officeDocument/2006/relationships/slideLayout" Target="../slideLayouts/slideLayout37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360.xml"/><Relationship Id="rId9" Type="http://schemas.openxmlformats.org/officeDocument/2006/relationships/slideLayout" Target="../slideLayouts/slideLayout365.xml"/><Relationship Id="rId14" Type="http://schemas.openxmlformats.org/officeDocument/2006/relationships/slideLayout" Target="../slideLayouts/slideLayout370.xml"/><Relationship Id="rId22" Type="http://schemas.openxmlformats.org/officeDocument/2006/relationships/slideLayout" Target="../slideLayouts/slideLayout378.xml"/><Relationship Id="rId27" Type="http://schemas.openxmlformats.org/officeDocument/2006/relationships/slideLayout" Target="../slideLayouts/slideLayout383.xml"/><Relationship Id="rId30" Type="http://schemas.openxmlformats.org/officeDocument/2006/relationships/theme" Target="../theme/theme12.xml"/><Relationship Id="rId35" Type="http://schemas.openxmlformats.org/officeDocument/2006/relationships/image" Target="../media/image11.svg"/><Relationship Id="rId8" Type="http://schemas.openxmlformats.org/officeDocument/2006/relationships/slideLayout" Target="../slideLayouts/slideLayout364.xml"/></Relationships>
</file>

<file path=ppt/slideMasters/_rels/slideMaster1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8.xml"/><Relationship Id="rId18" Type="http://schemas.openxmlformats.org/officeDocument/2006/relationships/slideLayout" Target="../slideLayouts/slideLayout403.xml"/><Relationship Id="rId26" Type="http://schemas.openxmlformats.org/officeDocument/2006/relationships/slideLayout" Target="../slideLayouts/slideLayout411.xml"/><Relationship Id="rId3" Type="http://schemas.openxmlformats.org/officeDocument/2006/relationships/slideLayout" Target="../slideLayouts/slideLayout388.xml"/><Relationship Id="rId21" Type="http://schemas.openxmlformats.org/officeDocument/2006/relationships/slideLayout" Target="../slideLayouts/slideLayout406.xml"/><Relationship Id="rId34" Type="http://schemas.openxmlformats.org/officeDocument/2006/relationships/image" Target="../media/image8.png"/><Relationship Id="rId7" Type="http://schemas.openxmlformats.org/officeDocument/2006/relationships/slideLayout" Target="../slideLayouts/slideLayout392.xml"/><Relationship Id="rId12" Type="http://schemas.openxmlformats.org/officeDocument/2006/relationships/slideLayout" Target="../slideLayouts/slideLayout397.xml"/><Relationship Id="rId17" Type="http://schemas.openxmlformats.org/officeDocument/2006/relationships/slideLayout" Target="../slideLayouts/slideLayout402.xml"/><Relationship Id="rId25" Type="http://schemas.openxmlformats.org/officeDocument/2006/relationships/slideLayout" Target="../slideLayouts/slideLayout410.xml"/><Relationship Id="rId33" Type="http://schemas.openxmlformats.org/officeDocument/2006/relationships/image" Target="../media/image23.emf"/><Relationship Id="rId2" Type="http://schemas.openxmlformats.org/officeDocument/2006/relationships/slideLayout" Target="../slideLayouts/slideLayout387.xml"/><Relationship Id="rId16" Type="http://schemas.openxmlformats.org/officeDocument/2006/relationships/slideLayout" Target="../slideLayouts/slideLayout401.xml"/><Relationship Id="rId20" Type="http://schemas.openxmlformats.org/officeDocument/2006/relationships/slideLayout" Target="../slideLayouts/slideLayout405.xml"/><Relationship Id="rId29" Type="http://schemas.openxmlformats.org/officeDocument/2006/relationships/slideLayout" Target="../slideLayouts/slideLayout414.xml"/><Relationship Id="rId1" Type="http://schemas.openxmlformats.org/officeDocument/2006/relationships/slideLayout" Target="../slideLayouts/slideLayout386.xml"/><Relationship Id="rId6" Type="http://schemas.openxmlformats.org/officeDocument/2006/relationships/slideLayout" Target="../slideLayouts/slideLayout391.xml"/><Relationship Id="rId11" Type="http://schemas.openxmlformats.org/officeDocument/2006/relationships/slideLayout" Target="../slideLayouts/slideLayout396.xml"/><Relationship Id="rId24" Type="http://schemas.openxmlformats.org/officeDocument/2006/relationships/slideLayout" Target="../slideLayouts/slideLayout409.xml"/><Relationship Id="rId32" Type="http://schemas.openxmlformats.org/officeDocument/2006/relationships/oleObject" Target="../embeddings/oleObject16.bin"/><Relationship Id="rId5" Type="http://schemas.openxmlformats.org/officeDocument/2006/relationships/slideLayout" Target="../slideLayouts/slideLayout390.xml"/><Relationship Id="rId15" Type="http://schemas.openxmlformats.org/officeDocument/2006/relationships/slideLayout" Target="../slideLayouts/slideLayout400.xml"/><Relationship Id="rId23" Type="http://schemas.openxmlformats.org/officeDocument/2006/relationships/slideLayout" Target="../slideLayouts/slideLayout408.xml"/><Relationship Id="rId28" Type="http://schemas.openxmlformats.org/officeDocument/2006/relationships/slideLayout" Target="../slideLayouts/slideLayout413.xml"/><Relationship Id="rId10" Type="http://schemas.openxmlformats.org/officeDocument/2006/relationships/slideLayout" Target="../slideLayouts/slideLayout395.xml"/><Relationship Id="rId19" Type="http://schemas.openxmlformats.org/officeDocument/2006/relationships/slideLayout" Target="../slideLayouts/slideLayout404.xml"/><Relationship Id="rId31" Type="http://schemas.openxmlformats.org/officeDocument/2006/relationships/tags" Target="../tags/tag18.xml"/><Relationship Id="rId4" Type="http://schemas.openxmlformats.org/officeDocument/2006/relationships/slideLayout" Target="../slideLayouts/slideLayout389.xml"/><Relationship Id="rId9" Type="http://schemas.openxmlformats.org/officeDocument/2006/relationships/slideLayout" Target="../slideLayouts/slideLayout394.xml"/><Relationship Id="rId14" Type="http://schemas.openxmlformats.org/officeDocument/2006/relationships/slideLayout" Target="../slideLayouts/slideLayout399.xml"/><Relationship Id="rId22" Type="http://schemas.openxmlformats.org/officeDocument/2006/relationships/slideLayout" Target="../slideLayouts/slideLayout407.xml"/><Relationship Id="rId27" Type="http://schemas.openxmlformats.org/officeDocument/2006/relationships/slideLayout" Target="../slideLayouts/slideLayout412.xml"/><Relationship Id="rId30" Type="http://schemas.openxmlformats.org/officeDocument/2006/relationships/theme" Target="../theme/theme13.xml"/><Relationship Id="rId35" Type="http://schemas.openxmlformats.org/officeDocument/2006/relationships/image" Target="../media/image11.svg"/><Relationship Id="rId8" Type="http://schemas.openxmlformats.org/officeDocument/2006/relationships/slideLayout" Target="../slideLayouts/slideLayout39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3.sv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415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417.xml"/><Relationship Id="rId1" Type="http://schemas.openxmlformats.org/officeDocument/2006/relationships/slideLayout" Target="../slideLayouts/slideLayout416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11DD134-0DDB-6515-9DF7-374BD015C0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4200710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653" imgH="623" progId="TCLayout.ActiveDocument.1">
                  <p:embed/>
                </p:oleObj>
              </mc:Choice>
              <mc:Fallback>
                <p:oleObj name="think-cell Slide" r:id="rId35" imgW="653" imgH="62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11DD134-0DDB-6515-9DF7-374BD015C0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DCADAA-AE45-1053-A04D-8E58E58654FE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161EAD-E662-52CA-9B22-E745790419B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219212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tx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B8FE4F85-D33E-4ED8-8F65-818AA1DD01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16424292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6" imgH="415" progId="TCLayout.ActiveDocument.1">
                  <p:embed/>
                </p:oleObj>
              </mc:Choice>
              <mc:Fallback>
                <p:oleObj name="think-cell Slide" r:id="rId37" imgW="416" imgH="415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B8FE4F85-D33E-4ED8-8F65-818AA1DD01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DCADAA-AE45-1053-A04D-8E58E58654FE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64A862-D39F-1B25-DBD3-2291F931F09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3445991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tx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B055582-C9B6-EC7C-FFD9-C45D57458F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1704109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384" imgH="384" progId="TCLayout.ActiveDocument.1">
                  <p:embed/>
                </p:oleObj>
              </mc:Choice>
              <mc:Fallback>
                <p:oleObj name="think-cell Slide" r:id="rId32" imgW="384" imgH="38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055582-C9B6-EC7C-FFD9-C45D57458F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2F1DC-96E6-798D-E5E3-433DC019F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EF17-E52C-6D06-E631-5CAE7673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A9A6DF-3763-3CCF-90BF-390EEEDB4D55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435D2F-BC5F-8B06-B7F0-8C84A3F58EC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354058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  <p:sldLayoutId id="2147483751" r:id="rId23"/>
    <p:sldLayoutId id="2147483752" r:id="rId24"/>
    <p:sldLayoutId id="2147483753" r:id="rId25"/>
    <p:sldLayoutId id="2147483754" r:id="rId26"/>
    <p:sldLayoutId id="2147483755" r:id="rId27"/>
    <p:sldLayoutId id="2147483756" r:id="rId28"/>
    <p:sldLayoutId id="2147483757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accent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B42944FB-7E13-92E8-F44D-E2974F8E28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20341920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3" imgW="347" imgH="348" progId="TCLayout.ActiveDocument.1">
                  <p:embed/>
                </p:oleObj>
              </mc:Choice>
              <mc:Fallback>
                <p:oleObj name="think-cell Slide" r:id="rId43" imgW="347" imgH="348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2944FB-7E13-92E8-F44D-E2974F8E28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2F1DC-96E6-798D-E5E3-433DC019F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EF17-E52C-6D06-E631-5CAE7673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DCADAA-AE45-1053-A04D-8E58E58654FE}"/>
              </a:ext>
            </a:extLst>
          </p:cNvPr>
          <p:cNvPicPr>
            <a:picLocks noChangeAspect="1"/>
          </p:cNvPicPr>
          <p:nvPr userDrawn="1"/>
        </p:nvPicPr>
        <p:blipFill>
          <a:blip r:embed="rId4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EEC87D-0745-CA74-4C27-67D455458FB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356970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  <p:sldLayoutId id="2147483779" r:id="rId21"/>
    <p:sldLayoutId id="2147483780" r:id="rId22"/>
    <p:sldLayoutId id="2147483781" r:id="rId23"/>
    <p:sldLayoutId id="2147483782" r:id="rId24"/>
    <p:sldLayoutId id="2147483783" r:id="rId25"/>
    <p:sldLayoutId id="2147483784" r:id="rId26"/>
    <p:sldLayoutId id="2147483785" r:id="rId27"/>
    <p:sldLayoutId id="2147483786" r:id="rId28"/>
    <p:sldLayoutId id="2147483787" r:id="rId29"/>
    <p:sldLayoutId id="2147483788" r:id="rId30"/>
    <p:sldLayoutId id="2147483789" r:id="rId31"/>
    <p:sldLayoutId id="2147483790" r:id="rId32"/>
    <p:sldLayoutId id="2147483791" r:id="rId33"/>
    <p:sldLayoutId id="2147483792" r:id="rId34"/>
    <p:sldLayoutId id="2147483793" r:id="rId35"/>
    <p:sldLayoutId id="2147483794" r:id="rId36"/>
    <p:sldLayoutId id="2147483795" r:id="rId37"/>
    <p:sldLayoutId id="2147483796" r:id="rId38"/>
    <p:sldLayoutId id="2147483797" r:id="rId39"/>
    <p:sldLayoutId id="2147483798" r:id="rId4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tx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03F1E11-5D65-165E-E3D9-15B671237C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2002963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360" imgH="360" progId="TCLayout.ActiveDocument.1">
                  <p:embed/>
                </p:oleObj>
              </mc:Choice>
              <mc:Fallback>
                <p:oleObj name="think-cell Slide" r:id="rId32" imgW="360" imgH="36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3F1E11-5D65-165E-E3D9-15B671237C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A9A6DF-3763-3CCF-90BF-390EEEDB4D55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E2A09D-3124-7868-AA2C-AB877303F76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501831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  <p:sldLayoutId id="2147483819" r:id="rId20"/>
    <p:sldLayoutId id="2147483820" r:id="rId21"/>
    <p:sldLayoutId id="2147483821" r:id="rId22"/>
    <p:sldLayoutId id="2147483822" r:id="rId23"/>
    <p:sldLayoutId id="2147483823" r:id="rId24"/>
    <p:sldLayoutId id="2147483824" r:id="rId25"/>
    <p:sldLayoutId id="2147483825" r:id="rId26"/>
    <p:sldLayoutId id="2147483826" r:id="rId27"/>
    <p:sldLayoutId id="2147483827" r:id="rId28"/>
    <p:sldLayoutId id="2147483828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accent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70801E7-AAAB-4850-9131-EEF947BE3E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24516197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411" imgH="409" progId="TCLayout.ActiveDocument.1">
                  <p:embed/>
                </p:oleObj>
              </mc:Choice>
              <mc:Fallback>
                <p:oleObj name="think-cell Slide" r:id="rId33" imgW="411" imgH="409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70801E7-AAAB-4850-9131-EEF947BE3E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DCADAA-AE45-1053-A04D-8E58E58654FE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grpSp>
        <p:nvGrpSpPr>
          <p:cNvPr id="7" name="Graphic 9">
            <a:extLst>
              <a:ext uri="{FF2B5EF4-FFF2-40B4-BE49-F238E27FC236}">
                <a16:creationId xmlns:a16="http://schemas.microsoft.com/office/drawing/2014/main" id="{2A08C326-1D2E-662D-B26F-1E975DEB0FBD}"/>
              </a:ext>
            </a:extLst>
          </p:cNvPr>
          <p:cNvGrpSpPr/>
          <p:nvPr userDrawn="1"/>
        </p:nvGrpSpPr>
        <p:grpSpPr>
          <a:xfrm rot="5400000">
            <a:off x="-908050" y="500729"/>
            <a:ext cx="1310925" cy="309467"/>
            <a:chOff x="-908050" y="504825"/>
            <a:chExt cx="1310925" cy="309467"/>
          </a:xfrm>
        </p:grpSpPr>
        <p:sp>
          <p:nvSpPr>
            <p:cNvPr id="10" name="Freeform: Shape 11">
              <a:extLst>
                <a:ext uri="{FF2B5EF4-FFF2-40B4-BE49-F238E27FC236}">
                  <a16:creationId xmlns:a16="http://schemas.microsoft.com/office/drawing/2014/main" id="{E19EBFB0-D4DB-A4CC-3E85-AD6FF916021F}"/>
                </a:ext>
              </a:extLst>
            </p:cNvPr>
            <p:cNvSpPr/>
            <p:nvPr/>
          </p:nvSpPr>
          <p:spPr>
            <a:xfrm>
              <a:off x="-573913" y="504825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0046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2490E5A2-E7B6-70DC-296A-1C9355D98E0B}"/>
                </a:ext>
              </a:extLst>
            </p:cNvPr>
            <p:cNvSpPr/>
            <p:nvPr/>
          </p:nvSpPr>
          <p:spPr>
            <a:xfrm>
              <a:off x="-406844" y="504825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0051C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03E4ED71-BC67-F41D-E71F-430D1E88B074}"/>
                </a:ext>
              </a:extLst>
            </p:cNvPr>
            <p:cNvSpPr/>
            <p:nvPr/>
          </p:nvSpPr>
          <p:spPr>
            <a:xfrm>
              <a:off x="-239776" y="504825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005F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BD88F581-E155-9E9E-B8CC-154D223EFCA3}"/>
                </a:ext>
              </a:extLst>
            </p:cNvPr>
            <p:cNvSpPr/>
            <p:nvPr/>
          </p:nvSpPr>
          <p:spPr>
            <a:xfrm>
              <a:off x="-908050" y="504825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021B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5">
              <a:extLst>
                <a:ext uri="{FF2B5EF4-FFF2-40B4-BE49-F238E27FC236}">
                  <a16:creationId xmlns:a16="http://schemas.microsoft.com/office/drawing/2014/main" id="{926729CF-0C3C-4E65-A274-92B995DEA728}"/>
                </a:ext>
              </a:extLst>
            </p:cNvPr>
            <p:cNvSpPr/>
            <p:nvPr/>
          </p:nvSpPr>
          <p:spPr>
            <a:xfrm>
              <a:off x="-740981" y="504825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0034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6">
              <a:extLst>
                <a:ext uri="{FF2B5EF4-FFF2-40B4-BE49-F238E27FC236}">
                  <a16:creationId xmlns:a16="http://schemas.microsoft.com/office/drawing/2014/main" id="{15F1D351-2E9D-9FDF-8391-7F7520171B57}"/>
                </a:ext>
              </a:extLst>
            </p:cNvPr>
            <p:cNvSpPr/>
            <p:nvPr/>
          </p:nvSpPr>
          <p:spPr>
            <a:xfrm>
              <a:off x="-72707" y="504825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1D78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7">
              <a:extLst>
                <a:ext uri="{FF2B5EF4-FFF2-40B4-BE49-F238E27FC236}">
                  <a16:creationId xmlns:a16="http://schemas.microsoft.com/office/drawing/2014/main" id="{B9A26ACA-3886-86EE-3F65-1B169295066E}"/>
                </a:ext>
              </a:extLst>
            </p:cNvPr>
            <p:cNvSpPr/>
            <p:nvPr/>
          </p:nvSpPr>
          <p:spPr>
            <a:xfrm>
              <a:off x="94361" y="504825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3B8A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8">
              <a:extLst>
                <a:ext uri="{FF2B5EF4-FFF2-40B4-BE49-F238E27FC236}">
                  <a16:creationId xmlns:a16="http://schemas.microsoft.com/office/drawing/2014/main" id="{964864D8-60A3-59C6-41E1-AC460A23A872}"/>
                </a:ext>
              </a:extLst>
            </p:cNvPr>
            <p:cNvSpPr/>
            <p:nvPr/>
          </p:nvSpPr>
          <p:spPr>
            <a:xfrm>
              <a:off x="261429" y="504825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7DB2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9">
              <a:extLst>
                <a:ext uri="{FF2B5EF4-FFF2-40B4-BE49-F238E27FC236}">
                  <a16:creationId xmlns:a16="http://schemas.microsoft.com/office/drawing/2014/main" id="{912AFC28-9AA2-3918-D2FC-2B60CB7DE8AD}"/>
                </a:ext>
              </a:extLst>
            </p:cNvPr>
            <p:cNvSpPr/>
            <p:nvPr/>
          </p:nvSpPr>
          <p:spPr>
            <a:xfrm>
              <a:off x="-573913" y="672846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008D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0">
              <a:extLst>
                <a:ext uri="{FF2B5EF4-FFF2-40B4-BE49-F238E27FC236}">
                  <a16:creationId xmlns:a16="http://schemas.microsoft.com/office/drawing/2014/main" id="{0001E8BA-7AF3-8617-3291-122DC0124CA3}"/>
                </a:ext>
              </a:extLst>
            </p:cNvPr>
            <p:cNvSpPr/>
            <p:nvPr/>
          </p:nvSpPr>
          <p:spPr>
            <a:xfrm>
              <a:off x="-406844" y="672846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47B8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1">
              <a:extLst>
                <a:ext uri="{FF2B5EF4-FFF2-40B4-BE49-F238E27FC236}">
                  <a16:creationId xmlns:a16="http://schemas.microsoft.com/office/drawing/2014/main" id="{BF818F26-83D8-B846-7E00-F4FAD4173DE6}"/>
                </a:ext>
              </a:extLst>
            </p:cNvPr>
            <p:cNvSpPr/>
            <p:nvPr/>
          </p:nvSpPr>
          <p:spPr>
            <a:xfrm>
              <a:off x="-239776" y="672846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70AD4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2">
              <a:extLst>
                <a:ext uri="{FF2B5EF4-FFF2-40B4-BE49-F238E27FC236}">
                  <a16:creationId xmlns:a16="http://schemas.microsoft.com/office/drawing/2014/main" id="{FB151BDB-077E-E3D4-0FFE-FC5DBADD7829}"/>
                </a:ext>
              </a:extLst>
            </p:cNvPr>
            <p:cNvSpPr/>
            <p:nvPr/>
          </p:nvSpPr>
          <p:spPr>
            <a:xfrm>
              <a:off x="-908050" y="672846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004C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3">
              <a:extLst>
                <a:ext uri="{FF2B5EF4-FFF2-40B4-BE49-F238E27FC236}">
                  <a16:creationId xmlns:a16="http://schemas.microsoft.com/office/drawing/2014/main" id="{056CA210-7381-A776-E452-2AFA647BF4E9}"/>
                </a:ext>
              </a:extLst>
            </p:cNvPr>
            <p:cNvSpPr/>
            <p:nvPr/>
          </p:nvSpPr>
          <p:spPr>
            <a:xfrm>
              <a:off x="-740981" y="672846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00668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4">
              <a:extLst>
                <a:ext uri="{FF2B5EF4-FFF2-40B4-BE49-F238E27FC236}">
                  <a16:creationId xmlns:a16="http://schemas.microsoft.com/office/drawing/2014/main" id="{3BA0A107-E551-F803-F1E3-1085DBF51C67}"/>
                </a:ext>
              </a:extLst>
            </p:cNvPr>
            <p:cNvSpPr/>
            <p:nvPr/>
          </p:nvSpPr>
          <p:spPr>
            <a:xfrm>
              <a:off x="-72707" y="672846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92D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5">
              <a:extLst>
                <a:ext uri="{FF2B5EF4-FFF2-40B4-BE49-F238E27FC236}">
                  <a16:creationId xmlns:a16="http://schemas.microsoft.com/office/drawing/2014/main" id="{80D88A25-536A-007A-649F-636035C1772E}"/>
                </a:ext>
              </a:extLst>
            </p:cNvPr>
            <p:cNvSpPr/>
            <p:nvPr/>
          </p:nvSpPr>
          <p:spPr>
            <a:xfrm>
              <a:off x="94361" y="672846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B8E26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6">
              <a:extLst>
                <a:ext uri="{FF2B5EF4-FFF2-40B4-BE49-F238E27FC236}">
                  <a16:creationId xmlns:a16="http://schemas.microsoft.com/office/drawing/2014/main" id="{4335633B-16B9-8170-A985-9C0D5485D7FF}"/>
                </a:ext>
              </a:extLst>
            </p:cNvPr>
            <p:cNvSpPr/>
            <p:nvPr/>
          </p:nvSpPr>
          <p:spPr>
            <a:xfrm>
              <a:off x="261429" y="672846"/>
              <a:ext cx="141446" cy="141446"/>
            </a:xfrm>
            <a:custGeom>
              <a:avLst/>
              <a:gdLst>
                <a:gd name="connsiteX0" fmla="*/ 0 w 141446"/>
                <a:gd name="connsiteY0" fmla="*/ 0 h 141446"/>
                <a:gd name="connsiteX1" fmla="*/ 141446 w 141446"/>
                <a:gd name="connsiteY1" fmla="*/ 0 h 141446"/>
                <a:gd name="connsiteX2" fmla="*/ 141446 w 141446"/>
                <a:gd name="connsiteY2" fmla="*/ 141446 h 141446"/>
                <a:gd name="connsiteX3" fmla="*/ 0 w 141446"/>
                <a:gd name="connsiteY3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141446">
                  <a:moveTo>
                    <a:pt x="0" y="0"/>
                  </a:moveTo>
                  <a:lnTo>
                    <a:pt x="141446" y="0"/>
                  </a:lnTo>
                  <a:lnTo>
                    <a:pt x="141446" y="141446"/>
                  </a:lnTo>
                  <a:lnTo>
                    <a:pt x="0" y="141446"/>
                  </a:lnTo>
                  <a:close/>
                </a:path>
              </a:pathLst>
            </a:custGeom>
            <a:solidFill>
              <a:srgbClr val="CDEA9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3A61B5C-9554-6A4F-0C9B-26EC12728F6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388475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  <p:sldLayoutId id="2147483846" r:id="rId17"/>
    <p:sldLayoutId id="2147483847" r:id="rId18"/>
    <p:sldLayoutId id="2147483848" r:id="rId19"/>
    <p:sldLayoutId id="2147483849" r:id="rId20"/>
    <p:sldLayoutId id="2147483850" r:id="rId21"/>
    <p:sldLayoutId id="2147483851" r:id="rId22"/>
    <p:sldLayoutId id="2147483852" r:id="rId23"/>
    <p:sldLayoutId id="2147483853" r:id="rId24"/>
    <p:sldLayoutId id="2147483854" r:id="rId25"/>
    <p:sldLayoutId id="2147483855" r:id="rId26"/>
    <p:sldLayoutId id="2147483856" r:id="rId27"/>
    <p:sldLayoutId id="2147483857" r:id="rId28"/>
    <p:sldLayoutId id="2147483858" r:id="rId29"/>
    <p:sldLayoutId id="2147483859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tx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11DD134-0DDB-6515-9DF7-374BD015C0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4200710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653" imgH="623" progId="TCLayout.ActiveDocument.1">
                  <p:embed/>
                </p:oleObj>
              </mc:Choice>
              <mc:Fallback>
                <p:oleObj name="think-cell Slide" r:id="rId35" imgW="653" imgH="62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11DD134-0DDB-6515-9DF7-374BD015C0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EF17-E52C-6D06-E631-5CAE7673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DCADAA-AE45-1053-A04D-8E58E58654FE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01B5B-DE53-B8EF-5DEA-B659F97C296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49699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  <p:sldLayoutId id="2147483881" r:id="rId21"/>
    <p:sldLayoutId id="2147483882" r:id="rId22"/>
    <p:sldLayoutId id="2147483883" r:id="rId23"/>
    <p:sldLayoutId id="2147483884" r:id="rId24"/>
    <p:sldLayoutId id="2147483885" r:id="rId25"/>
    <p:sldLayoutId id="2147483886" r:id="rId26"/>
    <p:sldLayoutId id="2147483887" r:id="rId27"/>
    <p:sldLayoutId id="2147483888" r:id="rId28"/>
    <p:sldLayoutId id="2147483889" r:id="rId29"/>
    <p:sldLayoutId id="2147483890" r:id="rId30"/>
    <p:sldLayoutId id="2147483891" r:id="rId31"/>
    <p:sldLayoutId id="2147483892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tx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5593B1F6-CDFD-A6A0-CB5D-17C37A61D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18194981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408" imgH="408" progId="TCLayout.ActiveDocument.1">
                  <p:embed/>
                </p:oleObj>
              </mc:Choice>
              <mc:Fallback>
                <p:oleObj name="think-cell Slide" r:id="rId38" imgW="408" imgH="408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93B1F6-CDFD-A6A0-CB5D-17C37A61D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2F1DC-96E6-798D-E5E3-433DC019F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EF17-E52C-6D06-E631-5CAE7673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DCADAA-AE45-1053-A04D-8E58E58654FE}"/>
              </a:ext>
            </a:extLst>
          </p:cNvPr>
          <p:cNvPicPr>
            <a:picLocks noChangeAspect="1"/>
          </p:cNvPicPr>
          <p:nvPr userDrawn="1"/>
        </p:nvPicPr>
        <p:blipFill>
          <a:blip r:embed="rId4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0A4D26-EB01-7277-F369-AEBEA0BEF9F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396671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  <p:sldLayoutId id="2147483911" r:id="rId18"/>
    <p:sldLayoutId id="2147483912" r:id="rId19"/>
    <p:sldLayoutId id="2147483913" r:id="rId20"/>
    <p:sldLayoutId id="2147483914" r:id="rId21"/>
    <p:sldLayoutId id="2147483915" r:id="rId22"/>
    <p:sldLayoutId id="2147483916" r:id="rId23"/>
    <p:sldLayoutId id="2147483917" r:id="rId24"/>
    <p:sldLayoutId id="2147483918" r:id="rId25"/>
    <p:sldLayoutId id="2147483919" r:id="rId26"/>
    <p:sldLayoutId id="2147483920" r:id="rId27"/>
    <p:sldLayoutId id="2147483921" r:id="rId28"/>
    <p:sldLayoutId id="2147483922" r:id="rId29"/>
    <p:sldLayoutId id="2147483923" r:id="rId30"/>
    <p:sldLayoutId id="2147483924" r:id="rId31"/>
    <p:sldLayoutId id="2147483925" r:id="rId32"/>
    <p:sldLayoutId id="2147483926" r:id="rId33"/>
    <p:sldLayoutId id="2147483927" r:id="rId34"/>
    <p:sldLayoutId id="2147483928" r:id="rId3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tx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73A23C00-3336-AB23-A2C3-7012E46E8F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16712956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410" imgH="409" progId="TCLayout.ActiveDocument.1">
                  <p:embed/>
                </p:oleObj>
              </mc:Choice>
              <mc:Fallback>
                <p:oleObj name="think-cell Slide" r:id="rId32" imgW="410" imgH="409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73A23C00-3336-AB23-A2C3-7012E46E8F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2F1DC-96E6-798D-E5E3-433DC019F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EF17-E52C-6D06-E631-5CAE7673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A9A6DF-3763-3CCF-90BF-390EEEDB4D55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00BBC7-8768-0822-FA6F-C851FBD15C1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7056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133579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  <p:sldLayoutId id="2147483946" r:id="rId17"/>
    <p:sldLayoutId id="2147483947" r:id="rId18"/>
    <p:sldLayoutId id="2147483948" r:id="rId19"/>
    <p:sldLayoutId id="2147483949" r:id="rId20"/>
    <p:sldLayoutId id="2147483950" r:id="rId21"/>
    <p:sldLayoutId id="2147483951" r:id="rId22"/>
    <p:sldLayoutId id="2147483952" r:id="rId23"/>
    <p:sldLayoutId id="2147483953" r:id="rId24"/>
    <p:sldLayoutId id="2147483954" r:id="rId25"/>
    <p:sldLayoutId id="2147483955" r:id="rId26"/>
    <p:sldLayoutId id="2147483956" r:id="rId27"/>
    <p:sldLayoutId id="2147483957" r:id="rId28"/>
    <p:sldLayoutId id="2147483958" r:id="rId2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accent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3EED874A-EC70-F202-0DF5-BC78469099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36804022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06" imgH="306" progId="TCLayout.ActiveDocument.1">
                  <p:embed/>
                </p:oleObj>
              </mc:Choice>
              <mc:Fallback>
                <p:oleObj name="think-cell Slide" r:id="rId35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ED874A-EC70-F202-0DF5-BC78469099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2F1DC-96E6-798D-E5E3-433DC019F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EF17-E52C-6D06-E631-5CAE7673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A9A6DF-3763-3CCF-90BF-390EEEDB4D55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6544FA-1EF2-35D3-293D-9A41896C267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398150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  <p:sldLayoutId id="2147483971" r:id="rId12"/>
    <p:sldLayoutId id="2147483972" r:id="rId13"/>
    <p:sldLayoutId id="2147483973" r:id="rId14"/>
    <p:sldLayoutId id="2147483974" r:id="rId15"/>
    <p:sldLayoutId id="2147483975" r:id="rId16"/>
    <p:sldLayoutId id="2147483976" r:id="rId17"/>
    <p:sldLayoutId id="2147483977" r:id="rId18"/>
    <p:sldLayoutId id="2147483978" r:id="rId19"/>
    <p:sldLayoutId id="2147483979" r:id="rId20"/>
    <p:sldLayoutId id="2147483980" r:id="rId21"/>
    <p:sldLayoutId id="2147483981" r:id="rId22"/>
    <p:sldLayoutId id="2147483982" r:id="rId23"/>
    <p:sldLayoutId id="2147483983" r:id="rId24"/>
    <p:sldLayoutId id="2147483984" r:id="rId25"/>
    <p:sldLayoutId id="2147483985" r:id="rId26"/>
    <p:sldLayoutId id="2147483986" r:id="rId27"/>
    <p:sldLayoutId id="2147483987" r:id="rId28"/>
    <p:sldLayoutId id="2147483988" r:id="rId29"/>
    <p:sldLayoutId id="2147483989" r:id="rId30"/>
    <p:sldLayoutId id="2147483990" r:id="rId31"/>
    <p:sldLayoutId id="2147483991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accent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82B5329-D6E6-A521-1AE3-83558191E8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33749449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0" imgH="409" progId="TCLayout.ActiveDocument.1">
                  <p:embed/>
                </p:oleObj>
              </mc:Choice>
              <mc:Fallback>
                <p:oleObj name="think-cell Slide" r:id="rId37" imgW="410" imgH="409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2B5329-D6E6-A521-1AE3-83558191E8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2F1DC-96E6-798D-E5E3-433DC019F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EF17-E52C-6D06-E631-5CAE7673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DCADAA-AE45-1053-A04D-8E58E58654FE}"/>
              </a:ext>
            </a:extLst>
          </p:cNvPr>
          <p:cNvPicPr>
            <a:picLocks noChangeAspect="1"/>
          </p:cNvPicPr>
          <p:nvPr userDrawn="1"/>
        </p:nvPicPr>
        <p:blipFill>
          <a:blip r:embed="rId3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09249A-B914-58FE-C621-B7214A27A55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13078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4" r:id="rId12"/>
    <p:sldLayoutId id="2147484005" r:id="rId13"/>
    <p:sldLayoutId id="2147484006" r:id="rId14"/>
    <p:sldLayoutId id="2147484007" r:id="rId15"/>
    <p:sldLayoutId id="2147484008" r:id="rId16"/>
    <p:sldLayoutId id="2147484009" r:id="rId17"/>
    <p:sldLayoutId id="2147484010" r:id="rId18"/>
    <p:sldLayoutId id="2147484011" r:id="rId19"/>
    <p:sldLayoutId id="2147484012" r:id="rId20"/>
    <p:sldLayoutId id="2147484013" r:id="rId21"/>
    <p:sldLayoutId id="2147484014" r:id="rId22"/>
    <p:sldLayoutId id="2147484015" r:id="rId23"/>
    <p:sldLayoutId id="2147484016" r:id="rId24"/>
    <p:sldLayoutId id="2147484017" r:id="rId25"/>
    <p:sldLayoutId id="2147484018" r:id="rId26"/>
    <p:sldLayoutId id="2147484019" r:id="rId27"/>
    <p:sldLayoutId id="2147484020" r:id="rId28"/>
    <p:sldLayoutId id="2147484021" r:id="rId29"/>
    <p:sldLayoutId id="2147484022" r:id="rId30"/>
    <p:sldLayoutId id="2147484023" r:id="rId31"/>
    <p:sldLayoutId id="2147484024" r:id="rId32"/>
    <p:sldLayoutId id="2147484025" r:id="rId33"/>
    <p:sldLayoutId id="2147484026" r:id="rId3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tx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3C203030-C9AC-D47F-9852-657820C352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1347994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360" imgH="360" progId="TCLayout.ActiveDocument.1">
                  <p:embed/>
                </p:oleObj>
              </mc:Choice>
              <mc:Fallback>
                <p:oleObj name="think-cell Slide" r:id="rId32" imgW="360" imgH="36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203030-C9AC-D47F-9852-657820C352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2F1DC-96E6-798D-E5E3-433DC019F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EF17-E52C-6D06-E631-5CAE7673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A9A6DF-3763-3CCF-90BF-390EEEDB4D55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435D2F-BC5F-8B06-B7F0-8C84A3F58E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7056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215854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39" r:id="rId12"/>
    <p:sldLayoutId id="2147484040" r:id="rId13"/>
    <p:sldLayoutId id="2147484041" r:id="rId14"/>
    <p:sldLayoutId id="2147484042" r:id="rId15"/>
    <p:sldLayoutId id="2147484043" r:id="rId16"/>
    <p:sldLayoutId id="2147484044" r:id="rId17"/>
    <p:sldLayoutId id="2147484045" r:id="rId18"/>
    <p:sldLayoutId id="2147484046" r:id="rId19"/>
    <p:sldLayoutId id="2147484047" r:id="rId20"/>
    <p:sldLayoutId id="2147484048" r:id="rId21"/>
    <p:sldLayoutId id="2147484049" r:id="rId22"/>
    <p:sldLayoutId id="2147484050" r:id="rId23"/>
    <p:sldLayoutId id="2147484051" r:id="rId24"/>
    <p:sldLayoutId id="2147484052" r:id="rId25"/>
    <p:sldLayoutId id="2147484053" r:id="rId26"/>
    <p:sldLayoutId id="2147484054" r:id="rId27"/>
    <p:sldLayoutId id="2147484055" r:id="rId28"/>
    <p:sldLayoutId id="2147484056" r:id="rId2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accent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73A23C00-3336-AB23-A2C3-7012E46E8F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16712956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410" imgH="409" progId="TCLayout.ActiveDocument.1">
                  <p:embed/>
                </p:oleObj>
              </mc:Choice>
              <mc:Fallback>
                <p:oleObj name="think-cell Slide" r:id="rId32" imgW="410" imgH="409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73A23C00-3336-AB23-A2C3-7012E46E8F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2F1DC-96E6-798D-E5E3-433DC019F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Private. In/External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EF17-E52C-6D06-E631-5CAE7673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A9A6DF-3763-3CCF-90BF-390EEEDB4D55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00BBC7-8768-0822-FA6F-C851FBD15C1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405264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  <p:sldLayoutId id="2147484078" r:id="rId21"/>
    <p:sldLayoutId id="2147484079" r:id="rId22"/>
    <p:sldLayoutId id="2147484080" r:id="rId23"/>
    <p:sldLayoutId id="2147484081" r:id="rId24"/>
    <p:sldLayoutId id="2147484082" r:id="rId25"/>
    <p:sldLayoutId id="2147484083" r:id="rId26"/>
    <p:sldLayoutId id="2147484084" r:id="rId27"/>
    <p:sldLayoutId id="2147484085" r:id="rId28"/>
    <p:sldLayoutId id="2147484086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accent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accent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11DD134-0DDB-6515-9DF7-374BD015C0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53" imgH="623" progId="TCLayout.ActiveDocument.1">
                  <p:embed/>
                </p:oleObj>
              </mc:Choice>
              <mc:Fallback>
                <p:oleObj name="think-cell Slide" r:id="rId4" imgW="653" imgH="62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11DD134-0DDB-6515-9DF7-374BD015C0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EF17-E52C-6D06-E631-5CAE7673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DCADAA-AE45-1053-A04D-8E58E58654F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01B5B-DE53-B8EF-5DEA-B659F97C296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1482336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tx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9EABB9-5766-FE25-E328-FE5B7131BF60}"/>
              </a:ext>
            </a:extLst>
          </p:cNvPr>
          <p:cNvSpPr/>
          <p:nvPr userDrawn="1"/>
        </p:nvSpPr>
        <p:spPr>
          <a:xfrm>
            <a:off x="0" y="0"/>
            <a:ext cx="4108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E0C-92A3-427B-ED53-25D02A3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A5F5-A6F4-83D6-C2D2-CBF04F8F2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042" y="422313"/>
            <a:ext cx="7296870" cy="55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2F1DC-96E6-798D-E5E3-433DC019F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435" y="6391587"/>
            <a:ext cx="9367616" cy="24985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Footer goes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EF17-E52C-6D06-E631-5CAE7673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701" y="6411198"/>
            <a:ext cx="684212" cy="2302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737C662-D0ED-4587-B264-5C4F0D975D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DCADAA-AE45-1053-A04D-8E58E58654F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112" y="5683251"/>
            <a:ext cx="1240572" cy="8728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DCCCBC-F1C3-4400-8165-CAD04CA3148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4662" y="6642100"/>
            <a:ext cx="611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2379489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409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i="0" kern="1200">
          <a:solidFill>
            <a:schemeClr val="tx1"/>
          </a:solidFill>
          <a:latin typeface="SLB Sans" panose="0200050304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2pPr>
      <a:lvl3pPr marL="342900" indent="-3429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→"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3pPr>
      <a:lvl4pPr marL="684000" indent="-3420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LB Sans Book" panose="02000503040000020004" pitchFamily="2" charset="0"/>
        <a:buChar char="−"/>
        <a:tabLst/>
        <a:defRPr sz="18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SLB Sans Boo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2">
          <p15:clr>
            <a:srgbClr val="F26B43"/>
          </p15:clr>
        </p15:guide>
        <p15:guide id="2" pos="288">
          <p15:clr>
            <a:srgbClr val="F26B43"/>
          </p15:clr>
        </p15:guide>
        <p15:guide id="3" pos="7479">
          <p15:clr>
            <a:srgbClr val="F26B43"/>
          </p15:clr>
        </p15:guide>
        <p15:guide id="4" pos="4028">
          <p15:clr>
            <a:srgbClr val="F26B43"/>
          </p15:clr>
        </p15:guide>
        <p15:guide id="5" pos="2588">
          <p15:clr>
            <a:srgbClr val="F26B43"/>
          </p15:clr>
        </p15:guide>
        <p15:guide id="6" pos="5180">
          <p15:clr>
            <a:srgbClr val="F26B43"/>
          </p15:clr>
        </p15:guide>
        <p15:guide id="7" orient="horz" pos="288">
          <p15:clr>
            <a:srgbClr val="F26B43"/>
          </p15:clr>
        </p15:guide>
        <p15:guide id="10" orient="horz" pos="4028">
          <p15:clr>
            <a:srgbClr val="F26B43"/>
          </p15:clr>
        </p15:guide>
        <p15:guide id="11" orient="horz" pos="1436">
          <p15:clr>
            <a:srgbClr val="F26B43"/>
          </p15:clr>
        </p15:guide>
        <p15:guide id="12" orient="horz" pos="1152">
          <p15:clr>
            <a:srgbClr val="F26B43"/>
          </p15:clr>
        </p15:guide>
        <p15:guide id="13" orient="horz" pos="867">
          <p15:clr>
            <a:srgbClr val="F26B43"/>
          </p15:clr>
        </p15:guide>
        <p15:guide id="14" orient="horz" pos="576">
          <p15:clr>
            <a:srgbClr val="F26B43"/>
          </p15:clr>
        </p15:guide>
        <p15:guide id="15" orient="horz" pos="1728">
          <p15:clr>
            <a:srgbClr val="F26B43"/>
          </p15:clr>
        </p15:guide>
        <p15:guide id="16" orient="horz" pos="2302">
          <p15:clr>
            <a:srgbClr val="F26B43"/>
          </p15:clr>
        </p15:guide>
        <p15:guide id="17" orient="horz" pos="2588">
          <p15:clr>
            <a:srgbClr val="F26B43"/>
          </p15:clr>
        </p15:guide>
        <p15:guide id="18" orient="horz" pos="2878">
          <p15:clr>
            <a:srgbClr val="F26B43"/>
          </p15:clr>
        </p15:guide>
        <p15:guide id="19" orient="horz" pos="3164">
          <p15:clr>
            <a:srgbClr val="F26B43"/>
          </p15:clr>
        </p15:guide>
        <p15:guide id="20" orient="horz" pos="3454">
          <p15:clr>
            <a:srgbClr val="F26B43"/>
          </p15:clr>
        </p15:guide>
        <p15:guide id="21" orient="horz" pos="3740">
          <p15:clr>
            <a:srgbClr val="F26B43"/>
          </p15:clr>
        </p15:guide>
        <p15:guide id="22" pos="6903">
          <p15:clr>
            <a:srgbClr val="F26B43"/>
          </p15:clr>
        </p15:guide>
        <p15:guide id="23" pos="6620">
          <p15:clr>
            <a:srgbClr val="F26B43"/>
          </p15:clr>
        </p15:guide>
        <p15:guide id="24" pos="6327">
          <p15:clr>
            <a:srgbClr val="F26B43"/>
          </p15:clr>
        </p15:guide>
        <p15:guide id="25" pos="6044">
          <p15:clr>
            <a:srgbClr val="F26B43"/>
          </p15:clr>
        </p15:guide>
        <p15:guide id="26" pos="5751">
          <p15:clr>
            <a:srgbClr val="F26B43"/>
          </p15:clr>
        </p15:guide>
        <p15:guide id="27" pos="5468">
          <p15:clr>
            <a:srgbClr val="F26B43"/>
          </p15:clr>
        </p15:guide>
        <p15:guide id="28" pos="576">
          <p15:clr>
            <a:srgbClr val="F26B43"/>
          </p15:clr>
        </p15:guide>
        <p15:guide id="29" pos="864">
          <p15:clr>
            <a:srgbClr val="F26B43"/>
          </p15:clr>
        </p15:guide>
        <p15:guide id="30" pos="1152">
          <p15:clr>
            <a:srgbClr val="F26B43"/>
          </p15:clr>
        </p15:guide>
        <p15:guide id="31" pos="1436">
          <p15:clr>
            <a:srgbClr val="F26B43"/>
          </p15:clr>
        </p15:guide>
        <p15:guide id="32" pos="1728">
          <p15:clr>
            <a:srgbClr val="F26B43"/>
          </p15:clr>
        </p15:guide>
        <p15:guide id="33" pos="2012">
          <p15:clr>
            <a:srgbClr val="F26B43"/>
          </p15:clr>
        </p15:guide>
        <p15:guide id="34" pos="2304">
          <p15:clr>
            <a:srgbClr val="F26B43"/>
          </p15:clr>
        </p15:guide>
        <p15:guide id="35" pos="2880">
          <p15:clr>
            <a:srgbClr val="F26B43"/>
          </p15:clr>
        </p15:guide>
        <p15:guide id="36" pos="3164">
          <p15:clr>
            <a:srgbClr val="F26B43"/>
          </p15:clr>
        </p15:guide>
        <p15:guide id="37" pos="3454">
          <p15:clr>
            <a:srgbClr val="F26B43"/>
          </p15:clr>
        </p15:guide>
        <p15:guide id="38" pos="3740">
          <p15:clr>
            <a:srgbClr val="F26B43"/>
          </p15:clr>
        </p15:guide>
        <p15:guide id="39" pos="4316">
          <p15:clr>
            <a:srgbClr val="F26B43"/>
          </p15:clr>
        </p15:guide>
        <p15:guide id="40" pos="4599">
          <p15:clr>
            <a:srgbClr val="F26B43"/>
          </p15:clr>
        </p15:guide>
        <p15:guide id="41" pos="4892">
          <p15:clr>
            <a:srgbClr val="F26B43"/>
          </p15:clr>
        </p15:guide>
        <p15:guide id="42" pos="71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tags" Target="../tags/tag22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Layout" Target="../slideLayouts/slideLayout29.xml"/><Relationship Id="rId5" Type="http://schemas.openxmlformats.org/officeDocument/2006/relationships/tags" Target="../tags/tag24.xml"/><Relationship Id="rId10" Type="http://schemas.openxmlformats.org/officeDocument/2006/relationships/chart" Target="../charts/chart1.xml"/><Relationship Id="rId4" Type="http://schemas.openxmlformats.org/officeDocument/2006/relationships/tags" Target="../tags/tag23.xml"/><Relationship Id="rId9" Type="http://schemas.openxmlformats.org/officeDocument/2006/relationships/image" Target="../media/image2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360DB-1F57-7A89-D9DD-75CA314F0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9DD4F89-CA7F-63E3-0E6A-FA51365D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&amp; Technology; </a:t>
            </a:r>
            <a:br>
              <a:rPr lang="en-US" dirty="0"/>
            </a:br>
            <a:r>
              <a:rPr lang="en-US" dirty="0">
                <a:solidFill>
                  <a:schemeClr val="tx2"/>
                </a:solidFill>
              </a:rPr>
              <a:t>An Enabler of PCT Growth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152A2-7035-8E8A-D07E-F6DF7310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37C662-D0ED-4587-B264-5C4F0D975D18}" type="slidenum"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42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953C0-8B16-F567-10BC-057BF96C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533BB5B-1E1C-E70F-9433-ECAA9FF1141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E8564A-08C1-C9D2-E98F-2517158163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7C5AB2-0AC8-5C76-5ED1-8303CE128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37C662-D0ED-4587-B264-5C4F0D975D18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DCE1E1">
                    <a:lumMod val="75000"/>
                  </a:srgbClr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DCE1E1">
                  <a:lumMod val="75000"/>
                </a:srgbClr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2FF22E2-06C2-F2CA-65C3-BB74DAAEF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04" y="156746"/>
            <a:ext cx="7540388" cy="693106"/>
          </a:xfrm>
        </p:spPr>
        <p:txBody>
          <a:bodyPr vert="horz"/>
          <a:lstStyle/>
          <a:p>
            <a:r>
              <a:rPr lang="en-US"/>
              <a:t>PCT 2030 Ambition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6C417C26-D94D-254D-B5A3-C789FEF61313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709613" y="1639888"/>
          <a:ext cx="2244725" cy="3932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1B642FE-F59A-F081-90DB-F371DABB14F5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941388" y="5356225"/>
            <a:ext cx="393700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i="0" kern="1200">
                <a:solidFill>
                  <a:schemeClr val="tx1"/>
                </a:solidFill>
                <a:latin typeface="SLB Sans" panose="02000503040000020004" pitchFamily="2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SLB Sans Book" panose="02000503040000020004" pitchFamily="2" charset="0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SLB Sans Book" panose="02000503040000020004" pitchFamily="2" charset="0"/>
              <a:buChar char="→"/>
              <a:defRPr sz="2000" b="0" kern="1200">
                <a:solidFill>
                  <a:schemeClr val="tx1"/>
                </a:solidFill>
                <a:latin typeface="SLB Sans Book" panose="02000503040000020004" pitchFamily="2" charset="0"/>
                <a:ea typeface="+mn-ea"/>
                <a:cs typeface="+mn-cs"/>
              </a:defRPr>
            </a:lvl3pPr>
            <a:lvl4pPr marL="684000" indent="-34200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SLB Sans Book" panose="02000503040000020004" pitchFamily="2" charset="0"/>
              <a:buChar char="−"/>
              <a:tabLst/>
              <a:defRPr sz="1800" b="0" kern="1200">
                <a:solidFill>
                  <a:schemeClr val="tx1"/>
                </a:solidFill>
                <a:latin typeface="SLB Sans Book" panose="02000503040000020004" pitchFamily="2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SLB Sans Book" panose="0200050304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0C9B3FF-772B-45C7-8154-D57CDE68B218}" type="datetime'''''''''''''''''''''''''20''''''''''''''''''''2''''5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14DC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60B86BF-9A5D-5CB8-2CE7-BA95620117FC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1633538" y="5356225"/>
            <a:ext cx="393700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i="0" kern="1200">
                <a:solidFill>
                  <a:schemeClr val="tx1"/>
                </a:solidFill>
                <a:latin typeface="SLB Sans" panose="02000503040000020004" pitchFamily="2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SLB Sans Book" panose="02000503040000020004" pitchFamily="2" charset="0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SLB Sans Book" panose="02000503040000020004" pitchFamily="2" charset="0"/>
              <a:buChar char="→"/>
              <a:defRPr sz="2000" b="0" kern="1200">
                <a:solidFill>
                  <a:schemeClr val="tx1"/>
                </a:solidFill>
                <a:latin typeface="SLB Sans Book" panose="02000503040000020004" pitchFamily="2" charset="0"/>
                <a:ea typeface="+mn-ea"/>
                <a:cs typeface="+mn-cs"/>
              </a:defRPr>
            </a:lvl3pPr>
            <a:lvl4pPr marL="684000" indent="-34200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SLB Sans Book" panose="02000503040000020004" pitchFamily="2" charset="0"/>
              <a:buChar char="−"/>
              <a:tabLst/>
              <a:defRPr sz="1800" b="0" kern="1200">
                <a:solidFill>
                  <a:schemeClr val="tx1"/>
                </a:solidFill>
                <a:latin typeface="SLB Sans Book" panose="02000503040000020004" pitchFamily="2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SLB Sans Book" panose="0200050304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C32C1E7-2BFD-4BA8-BA90-D6D04000A1FA}" type="datetime'''''''''2''0''''''''''''''''2''''''8''''''''''''''''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14DC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F2B456B3-506A-BE4A-3F9F-E9B9D24B0162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2327275" y="5356225"/>
            <a:ext cx="393700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i="0" kern="1200">
                <a:solidFill>
                  <a:schemeClr val="tx1"/>
                </a:solidFill>
                <a:latin typeface="SLB Sans" panose="02000503040000020004" pitchFamily="2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SLB Sans Book" panose="02000503040000020004" pitchFamily="2" charset="0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SLB Sans Book" panose="02000503040000020004" pitchFamily="2" charset="0"/>
              <a:buChar char="→"/>
              <a:defRPr sz="2000" b="0" kern="1200">
                <a:solidFill>
                  <a:schemeClr val="tx1"/>
                </a:solidFill>
                <a:latin typeface="SLB Sans Book" panose="02000503040000020004" pitchFamily="2" charset="0"/>
                <a:ea typeface="+mn-ea"/>
                <a:cs typeface="+mn-cs"/>
              </a:defRPr>
            </a:lvl3pPr>
            <a:lvl4pPr marL="684000" indent="-34200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SLB Sans Book" panose="02000503040000020004" pitchFamily="2" charset="0"/>
              <a:buChar char="−"/>
              <a:tabLst/>
              <a:defRPr sz="1800" b="0" kern="1200">
                <a:solidFill>
                  <a:schemeClr val="tx1"/>
                </a:solidFill>
                <a:latin typeface="SLB Sans Book" panose="02000503040000020004" pitchFamily="2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SLB Sans Book" panose="0200050304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9C47FB5-1570-4266-96D4-2F6D9A63D082}" type="datetime'20''''3''''''''''''''''''''''0''''''''''''''''''''''''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14DC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009A2C2-D966-5720-3658-DF8F06F8D009}"/>
              </a:ext>
            </a:extLst>
          </p:cNvPr>
          <p:cNvSpPr txBox="1"/>
          <p:nvPr/>
        </p:nvSpPr>
        <p:spPr>
          <a:xfrm>
            <a:off x="645904" y="1357274"/>
            <a:ext cx="23604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$M 2025 - 2030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556461C-52CC-C584-DAAC-E69FE047F8D9}"/>
              </a:ext>
            </a:extLst>
          </p:cNvPr>
          <p:cNvSpPr/>
          <p:nvPr/>
        </p:nvSpPr>
        <p:spPr>
          <a:xfrm>
            <a:off x="5009298" y="2082514"/>
            <a:ext cx="1150874" cy="76545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accent1"/>
                </a:solidFill>
              </a:rPr>
              <a:t>Protect &amp; Expand Offshore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A250D367-9AA3-A254-7AE2-91502E8A7CBD}"/>
              </a:ext>
            </a:extLst>
          </p:cNvPr>
          <p:cNvSpPr/>
          <p:nvPr/>
        </p:nvSpPr>
        <p:spPr>
          <a:xfrm>
            <a:off x="9229725" y="1105470"/>
            <a:ext cx="2608202" cy="464712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Light"/>
                <a:ea typeface="+mn-ea"/>
                <a:cs typeface="+mn-cs"/>
              </a:rPr>
              <a:t>2030 Ambition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14DC"/>
              </a:solidFill>
              <a:effectLst/>
              <a:uLnTx/>
              <a:uFillTx/>
              <a:latin typeface="SLB Sans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Light"/>
                <a:ea typeface="+mn-ea"/>
                <a:cs typeface="+mn-cs"/>
              </a:rPr>
              <a:t>$1055M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Light"/>
                <a:ea typeface="+mn-ea"/>
                <a:cs typeface="+mn-cs"/>
              </a:rPr>
              <a:t>Revenue Growth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solidFill>
                <a:srgbClr val="0014DC"/>
              </a:solidFill>
              <a:latin typeface="SLB Sans Light"/>
            </a:endParaRPr>
          </a:p>
          <a:p>
            <a:pPr lvl="0" algn="ctr">
              <a:spcAft>
                <a:spcPts val="600"/>
              </a:spcAft>
              <a:defRPr/>
            </a:pPr>
            <a:r>
              <a:rPr lang="en-US" sz="4000" b="1">
                <a:solidFill>
                  <a:srgbClr val="0014DC"/>
                </a:solidFill>
                <a:latin typeface="SLB Sans Light"/>
              </a:rPr>
              <a:t>+25%</a:t>
            </a:r>
          </a:p>
          <a:p>
            <a:pPr lvl="0" algn="ctr">
              <a:defRPr/>
            </a:pPr>
            <a:r>
              <a:rPr lang="en-US">
                <a:solidFill>
                  <a:srgbClr val="0014DC"/>
                </a:solidFill>
                <a:latin typeface="SLB Sans Light"/>
              </a:rPr>
              <a:t>IBT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14DC"/>
              </a:solidFill>
              <a:effectLst/>
              <a:uLnTx/>
              <a:uFillTx/>
              <a:latin typeface="SLB Sans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14DC"/>
              </a:solidFill>
              <a:effectLst/>
              <a:uLnTx/>
              <a:uFillTx/>
              <a:latin typeface="SLB Sans Light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FC3180-0FE0-C82F-D947-8D94ED9F9EE3}"/>
              </a:ext>
            </a:extLst>
          </p:cNvPr>
          <p:cNvCxnSpPr>
            <a:cxnSpLocks/>
          </p:cNvCxnSpPr>
          <p:nvPr/>
        </p:nvCxnSpPr>
        <p:spPr>
          <a:xfrm flipV="1">
            <a:off x="859800" y="1385144"/>
            <a:ext cx="1741812" cy="1754430"/>
          </a:xfrm>
          <a:prstGeom prst="straightConnector1">
            <a:avLst/>
          </a:prstGeom>
          <a:ln w="9525" cap="rnd">
            <a:solidFill>
              <a:schemeClr val="accent1"/>
            </a:solidFill>
            <a:round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5d8294-9622-4753-8149-f0c11f75892b">
            <a:extLst>
              <a:ext uri="{FF2B5EF4-FFF2-40B4-BE49-F238E27FC236}">
                <a16:creationId xmlns:a16="http://schemas.microsoft.com/office/drawing/2014/main" id="{D9B93CA4-BB16-7B19-7A46-8FE974FFC94E}"/>
              </a:ext>
            </a:extLst>
          </p:cNvPr>
          <p:cNvSpPr/>
          <p:nvPr/>
        </p:nvSpPr>
        <p:spPr>
          <a:xfrm>
            <a:off x="1372161" y="2109900"/>
            <a:ext cx="558293" cy="237490"/>
          </a:xfrm>
          <a:prstGeom prst="ellipse">
            <a:avLst/>
          </a:prstGeom>
          <a:solidFill>
            <a:schemeClr val="bg1"/>
          </a:solidFill>
          <a:ln w="9525">
            <a:solidFill>
              <a:prstClr val="black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763" tIns="4763" rIns="4763" bIns="4763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95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14DC"/>
                </a:solidFill>
                <a:latin typeface="SLB Sans" panose="02000503040000020004" pitchFamily="2" charset="0"/>
              </a:rPr>
              <a:t>&gt;5.0%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14DC"/>
              </a:solidFill>
              <a:effectLst/>
              <a:uLnTx/>
              <a:uFillTx/>
              <a:latin typeface="SLB Sans" panose="02000503040000020004" pitchFamily="2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D24B3-6A4E-6D9E-EAED-B9CA07D9A6C7}"/>
              </a:ext>
            </a:extLst>
          </p:cNvPr>
          <p:cNvSpPr/>
          <p:nvPr/>
        </p:nvSpPr>
        <p:spPr>
          <a:xfrm>
            <a:off x="6285881" y="2075231"/>
            <a:ext cx="1150874" cy="7719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accent1"/>
                </a:solidFill>
              </a:rPr>
              <a:t>Grow &amp; Transform Midstream </a:t>
            </a:r>
            <a:endParaRPr lang="en-US" sz="1200" i="1">
              <a:solidFill>
                <a:schemeClr val="accent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95BAED-7E1E-73A3-CA83-2FD495D5761F}"/>
              </a:ext>
            </a:extLst>
          </p:cNvPr>
          <p:cNvSpPr/>
          <p:nvPr/>
        </p:nvSpPr>
        <p:spPr>
          <a:xfrm>
            <a:off x="3695291" y="2082514"/>
            <a:ext cx="1150874" cy="7719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algn="ctr"/>
            <a:r>
              <a:rPr lang="en-US" sz="1200">
                <a:solidFill>
                  <a:schemeClr val="accent1"/>
                </a:solidFill>
              </a:rPr>
              <a:t>Lead on Land - UCR, Conventional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18C9C1-502B-DD3A-7C6A-53CCF7EE51E6}"/>
              </a:ext>
            </a:extLst>
          </p:cNvPr>
          <p:cNvSpPr/>
          <p:nvPr/>
        </p:nvSpPr>
        <p:spPr>
          <a:xfrm>
            <a:off x="354072" y="1105470"/>
            <a:ext cx="2865377" cy="465127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81C5B9-F463-475E-188B-CFB1B2A0A785}"/>
              </a:ext>
            </a:extLst>
          </p:cNvPr>
          <p:cNvSpPr/>
          <p:nvPr/>
        </p:nvSpPr>
        <p:spPr>
          <a:xfrm>
            <a:off x="3694488" y="4311507"/>
            <a:ext cx="5043749" cy="62397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Integrated Solutions – Chemistry</a:t>
            </a:r>
            <a:r>
              <a:rPr lang="en-US" sz="1400">
                <a:solidFill>
                  <a:schemeClr val="tx1"/>
                </a:solidFill>
                <a:latin typeface="SLB Sans Book"/>
              </a:rPr>
              <a:t> as a Core Differentiator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8703C-73BB-D7DD-0C3B-D64ADF3D3B51}"/>
              </a:ext>
            </a:extLst>
          </p:cNvPr>
          <p:cNvSpPr/>
          <p:nvPr/>
        </p:nvSpPr>
        <p:spPr>
          <a:xfrm>
            <a:off x="3682001" y="1435787"/>
            <a:ext cx="5043749" cy="5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 Leading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Production &amp; Recovery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2F86C3-5122-C037-54DD-5B576D6FF9F4}"/>
              </a:ext>
            </a:extLst>
          </p:cNvPr>
          <p:cNvSpPr/>
          <p:nvPr/>
        </p:nvSpPr>
        <p:spPr>
          <a:xfrm>
            <a:off x="3706338" y="3634911"/>
            <a:ext cx="5036497" cy="57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Enablement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5B817-2760-8F05-29A2-D2E6074612D0}"/>
              </a:ext>
            </a:extLst>
          </p:cNvPr>
          <p:cNvSpPr/>
          <p:nvPr/>
        </p:nvSpPr>
        <p:spPr>
          <a:xfrm>
            <a:off x="7574876" y="2076104"/>
            <a:ext cx="1150874" cy="771056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1"/>
              </a:solidFill>
            </a:endParaRPr>
          </a:p>
          <a:p>
            <a:pPr algn="ctr"/>
            <a:r>
              <a:rPr lang="en-US" sz="1200">
                <a:solidFill>
                  <a:schemeClr val="accent1"/>
                </a:solidFill>
              </a:rPr>
              <a:t>Grow Chemistry Enabled Recovery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A59039-4D3D-94FE-156E-FFF8E5856488}"/>
              </a:ext>
            </a:extLst>
          </p:cNvPr>
          <p:cNvSpPr/>
          <p:nvPr/>
        </p:nvSpPr>
        <p:spPr>
          <a:xfrm>
            <a:off x="3698916" y="2913406"/>
            <a:ext cx="5023207" cy="6239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Cost Advantage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367DC6-02BE-74D5-4049-D75488CB5B23}"/>
              </a:ext>
            </a:extLst>
          </p:cNvPr>
          <p:cNvSpPr/>
          <p:nvPr/>
        </p:nvSpPr>
        <p:spPr>
          <a:xfrm>
            <a:off x="5438966" y="5035606"/>
            <a:ext cx="1546924" cy="62435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2"/>
                </a:solidFill>
              </a:rPr>
              <a:t>Decarbonization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8AE02F-091F-7929-44DA-952A37FD483A}"/>
              </a:ext>
            </a:extLst>
          </p:cNvPr>
          <p:cNvSpPr/>
          <p:nvPr/>
        </p:nvSpPr>
        <p:spPr>
          <a:xfrm>
            <a:off x="3702518" y="5035606"/>
            <a:ext cx="1546924" cy="63880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2"/>
                </a:solidFill>
              </a:rPr>
              <a:t>Digital</a:t>
            </a:r>
            <a:endParaRPr lang="en-US" sz="1400" i="1">
              <a:solidFill>
                <a:schemeClr val="tx2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402DDE-2F95-3590-05E0-D00000D89B29}"/>
              </a:ext>
            </a:extLst>
          </p:cNvPr>
          <p:cNvSpPr/>
          <p:nvPr/>
        </p:nvSpPr>
        <p:spPr>
          <a:xfrm>
            <a:off x="7175415" y="5035606"/>
            <a:ext cx="1541754" cy="64708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2"/>
                </a:solidFill>
              </a:rPr>
              <a:t>Technology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39E2D4-132F-7157-5EB8-9CD362BAA1E2}"/>
              </a:ext>
            </a:extLst>
          </p:cNvPr>
          <p:cNvSpPr/>
          <p:nvPr/>
        </p:nvSpPr>
        <p:spPr>
          <a:xfrm>
            <a:off x="3710134" y="5797639"/>
            <a:ext cx="5007035" cy="5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People, Performance, Technology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44E4D6-274D-722F-C978-BAED92A5928F}"/>
              </a:ext>
            </a:extLst>
          </p:cNvPr>
          <p:cNvSpPr/>
          <p:nvPr/>
        </p:nvSpPr>
        <p:spPr>
          <a:xfrm>
            <a:off x="3695291" y="809144"/>
            <a:ext cx="5030459" cy="5760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/>
              <a:t>Customer Choice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894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07D3A-E27C-6C8F-8F8C-36676F0E6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429D1-FDAB-A8DB-762E-89B6EC73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Has Changed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4BABB-6F47-44CA-CEC0-E49E7032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37C662-D0ED-4587-B264-5C4F0D975D18}" type="slidenum"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E497D30-715E-AC20-7930-B6C729D01B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8288907"/>
              </p:ext>
            </p:extLst>
          </p:nvPr>
        </p:nvGraphicFramePr>
        <p:xfrm>
          <a:off x="3606800" y="56919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5872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2FC15-4074-4529-B638-A4B89E34E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34DE-C791-3DD0-8DE5-F0A54439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Reality Check!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B69CD-EEE9-1008-E87E-C4A913FDB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2" y="457200"/>
            <a:ext cx="7296870" cy="5726430"/>
          </a:xfrm>
        </p:spPr>
        <p:txBody>
          <a:bodyPr/>
          <a:lstStyle/>
          <a:p>
            <a:r>
              <a:rPr lang="en-US" dirty="0"/>
              <a:t>Our Foundation</a:t>
            </a:r>
          </a:p>
          <a:p>
            <a:endParaRPr lang="en-US" sz="1800" dirty="0"/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" panose="020B0604020202020204" pitchFamily="34" charset="0"/>
              </a:rPr>
              <a:t>We are deeply </a:t>
            </a:r>
            <a:r>
              <a:rPr lang="en-US" altLang="en-US" sz="1800" dirty="0">
                <a:latin typeface="Arial" panose="020B0604020202020204" pitchFamily="34" charset="0"/>
              </a:rPr>
              <a:t>customer-centric</a:t>
            </a:r>
            <a:r>
              <a:rPr lang="en-US" altLang="en-US" sz="1800" b="0" dirty="0">
                <a:latin typeface="Arial" panose="020B0604020202020204" pitchFamily="34" charset="0"/>
              </a:rPr>
              <a:t>, grounded in field &amp; application insight, and chemistry expertise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" panose="020B0604020202020204" pitchFamily="34" charset="0"/>
              </a:rPr>
              <a:t>Have built strong </a:t>
            </a:r>
            <a:r>
              <a:rPr lang="en-US" altLang="en-US" sz="1800" dirty="0">
                <a:latin typeface="Arial" panose="020B0604020202020204" pitchFamily="34" charset="0"/>
              </a:rPr>
              <a:t>business health</a:t>
            </a:r>
            <a:r>
              <a:rPr lang="en-US" altLang="en-US" sz="1800" b="0" dirty="0">
                <a:latin typeface="Arial" panose="020B0604020202020204" pitchFamily="34" charset="0"/>
              </a:rPr>
              <a:t> through productivity, CI, and product performance improvement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" panose="020B0604020202020204" pitchFamily="34" charset="0"/>
              </a:rPr>
              <a:t>Global </a:t>
            </a:r>
            <a:r>
              <a:rPr lang="en-US" altLang="en-US" sz="1800" dirty="0">
                <a:latin typeface="Arial" panose="020B0604020202020204" pitchFamily="34" charset="0"/>
              </a:rPr>
              <a:t>scale and footprint</a:t>
            </a:r>
            <a:endParaRPr lang="en-US" altLang="en-US" sz="18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" panose="020B0604020202020204" pitchFamily="34" charset="0"/>
              </a:rPr>
              <a:t>Robust </a:t>
            </a:r>
            <a:r>
              <a:rPr lang="en-US" altLang="en-US" sz="1800" dirty="0">
                <a:latin typeface="Arial" panose="020B0604020202020204" pitchFamily="34" charset="0"/>
              </a:rPr>
              <a:t>processes (PLCM, GTRS)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" panose="020B0604020202020204" pitchFamily="34" charset="0"/>
              </a:rPr>
              <a:t>Capable of </a:t>
            </a:r>
            <a:r>
              <a:rPr lang="en-US" altLang="en-US" sz="1800" dirty="0">
                <a:latin typeface="Arial" panose="020B0604020202020204" pitchFamily="34" charset="0"/>
              </a:rPr>
              <a:t>iterative innovation</a:t>
            </a:r>
            <a:r>
              <a:rPr lang="en-US" altLang="en-US" sz="1800" b="0" dirty="0">
                <a:latin typeface="Arial" panose="020B0604020202020204" pitchFamily="34" charset="0"/>
              </a:rPr>
              <a:t> and </a:t>
            </a:r>
            <a:r>
              <a:rPr lang="en-US" altLang="en-US" sz="1800" dirty="0">
                <a:latin typeface="Arial" panose="020B0604020202020204" pitchFamily="34" charset="0"/>
              </a:rPr>
              <a:t>market leadership</a:t>
            </a:r>
            <a:r>
              <a:rPr lang="en-US" altLang="en-US" sz="1800" b="0" dirty="0">
                <a:latin typeface="Arial" panose="020B0604020202020204" pitchFamily="34" charset="0"/>
              </a:rPr>
              <a:t> in Production (</a:t>
            </a:r>
            <a:r>
              <a:rPr lang="en-US" altLang="en-US" sz="1800" dirty="0">
                <a:latin typeface="Arial" panose="020B0604020202020204" pitchFamily="34" charset="0"/>
              </a:rPr>
              <a:t>P</a:t>
            </a:r>
            <a:r>
              <a:rPr lang="en-US" altLang="en-US" sz="1800" b="0" dirty="0">
                <a:latin typeface="Arial" panose="020B0604020202020204" pitchFamily="34" charset="0"/>
              </a:rPr>
              <a:t>&amp;R)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" panose="020B0604020202020204" pitchFamily="34" charset="0"/>
              </a:rPr>
              <a:t>Operate with a </a:t>
            </a:r>
            <a:r>
              <a:rPr lang="en-US" altLang="en-US" sz="1800" dirty="0">
                <a:latin typeface="Arial" panose="020B0604020202020204" pitchFamily="34" charset="0"/>
              </a:rPr>
              <a:t>collaborative approach </a:t>
            </a:r>
            <a:r>
              <a:rPr lang="en-US" altLang="en-US" sz="1800" b="0" dirty="0">
                <a:latin typeface="Arial" panose="020B0604020202020204" pitchFamily="34" charset="0"/>
              </a:rPr>
              <a:t>&amp; a</a:t>
            </a:r>
            <a:r>
              <a:rPr lang="en-US" altLang="en-US" sz="1800" dirty="0">
                <a:latin typeface="Arial" panose="020B0604020202020204" pitchFamily="34" charset="0"/>
              </a:rPr>
              <a:t> positive intent. </a:t>
            </a:r>
            <a:r>
              <a:rPr lang="en-US" altLang="en-US" sz="1800" b="0" dirty="0">
                <a:latin typeface="Arial" panose="020B0604020202020204" pitchFamily="34" charset="0"/>
              </a:rPr>
              <a:t>Our</a:t>
            </a:r>
            <a:r>
              <a:rPr lang="en-US" altLang="en-US" sz="1800" dirty="0">
                <a:latin typeface="Arial" panose="020B0604020202020204" pitchFamily="34" charset="0"/>
              </a:rPr>
              <a:t> culture is</a:t>
            </a:r>
            <a:r>
              <a:rPr lang="en-US" altLang="en-US" sz="1800" b="0" dirty="0">
                <a:latin typeface="Arial" panose="020B0604020202020204" pitchFamily="34" charset="0"/>
              </a:rPr>
              <a:t> anchored by alignment between regions and global RTs.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" panose="020B0604020202020204" pitchFamily="34" charset="0"/>
              </a:rPr>
              <a:t>Have a </a:t>
            </a:r>
            <a:r>
              <a:rPr lang="en-US" altLang="en-US" sz="1800" dirty="0">
                <a:latin typeface="Arial" panose="020B0604020202020204" pitchFamily="34" charset="0"/>
              </a:rPr>
              <a:t>strong data foundation</a:t>
            </a:r>
            <a:r>
              <a:rPr lang="en-US" altLang="en-US" sz="1800" b="0" dirty="0">
                <a:latin typeface="Arial" panose="020B0604020202020204" pitchFamily="34" charset="0"/>
              </a:rPr>
              <a:t> that can enable smarter, faster decisions</a:t>
            </a:r>
          </a:p>
          <a:p>
            <a:endParaRPr lang="en-US" dirty="0"/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400" b="0" dirty="0">
              <a:latin typeface="SLB Sans Light" panose="02000503040000020004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683DD-2604-05B7-B697-4555720B8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37C662-D0ED-4587-B264-5C4F0D975D18}" type="slidenum"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6ACC7-FFA1-EC04-C15A-FC0F4AB1BF65}"/>
              </a:ext>
            </a:extLst>
          </p:cNvPr>
          <p:cNvSpPr txBox="1"/>
          <p:nvPr/>
        </p:nvSpPr>
        <p:spPr>
          <a:xfrm>
            <a:off x="375920" y="1615619"/>
            <a:ext cx="3200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Light"/>
                <a:ea typeface="+mn-ea"/>
                <a:cs typeface="+mn-cs"/>
              </a:rPr>
              <a:t>What do we need to protect &amp; amplify? </a:t>
            </a:r>
          </a:p>
        </p:txBody>
      </p:sp>
    </p:spTree>
    <p:extLst>
      <p:ext uri="{BB962C8B-B14F-4D97-AF65-F5344CB8AC3E}">
        <p14:creationId xmlns:p14="http://schemas.microsoft.com/office/powerpoint/2010/main" val="1602211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3788-81AD-674B-5ECC-605F0509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8B1AF-35F4-07ED-E65A-7BA1E4296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Reality Check!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57183-1B4C-A11F-122D-13212BC15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737" y="216553"/>
            <a:ext cx="7729176" cy="6299993"/>
          </a:xfrm>
        </p:spPr>
        <p:txBody>
          <a:bodyPr/>
          <a:lstStyle/>
          <a:p>
            <a:r>
              <a:rPr lang="en-US" dirty="0"/>
              <a:t>Our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0" dirty="0">
                <a:latin typeface="Arial" panose="020B0604020202020204" pitchFamily="34" charset="0"/>
              </a:rPr>
              <a:t>We are </a:t>
            </a:r>
            <a:r>
              <a:rPr lang="en-US" altLang="en-US" sz="1400" dirty="0">
                <a:latin typeface="Arial" panose="020B0604020202020204" pitchFamily="34" charset="0"/>
              </a:rPr>
              <a:t>slow and lack agility </a:t>
            </a:r>
            <a:r>
              <a:rPr lang="en-US" altLang="en-US" sz="1400" b="0" dirty="0">
                <a:latin typeface="Arial" panose="020B0604020202020204" pitchFamily="34" charset="0"/>
              </a:rPr>
              <a:t>in developing, formulating, and commercializing products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(S)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0" dirty="0">
                <a:latin typeface="Arial" panose="020B0604020202020204" pitchFamily="34" charset="0"/>
              </a:rPr>
              <a:t>Our focus is </a:t>
            </a:r>
            <a:r>
              <a:rPr lang="en-US" altLang="en-US" sz="1400" dirty="0">
                <a:latin typeface="Arial" panose="020B0604020202020204" pitchFamily="34" charset="0"/>
              </a:rPr>
              <a:t>misaligned with customers’ optimization and cost realities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(RC)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Digital enablement is patchy</a:t>
            </a:r>
            <a:r>
              <a:rPr lang="en-US" altLang="en-US" sz="1400" b="0" dirty="0">
                <a:latin typeface="Arial" panose="020B0604020202020204" pitchFamily="34" charset="0"/>
              </a:rPr>
              <a:t>: stronger in North America Land, weak in Rest of World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(RC)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0" dirty="0">
                <a:latin typeface="Arial" panose="020B0604020202020204" pitchFamily="34" charset="0"/>
              </a:rPr>
              <a:t>We’ve had </a:t>
            </a:r>
            <a:r>
              <a:rPr lang="en-US" altLang="en-US" sz="1400" dirty="0">
                <a:latin typeface="Arial" panose="020B0604020202020204" pitchFamily="34" charset="0"/>
              </a:rPr>
              <a:t>limited success selling integrated solutions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(RC)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Segment strategies</a:t>
            </a:r>
            <a:r>
              <a:rPr lang="en-US" altLang="en-US" sz="1400" b="0" dirty="0">
                <a:latin typeface="Arial" panose="020B0604020202020204" pitchFamily="34" charset="0"/>
              </a:rPr>
              <a:t> are not clearly articulated or visible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(RC)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0" dirty="0">
                <a:latin typeface="Arial" panose="020B0604020202020204" pitchFamily="34" charset="0"/>
              </a:rPr>
              <a:t>We struggle with </a:t>
            </a:r>
            <a:r>
              <a:rPr lang="en-US" altLang="en-US" sz="1400" dirty="0">
                <a:latin typeface="Arial" panose="020B0604020202020204" pitchFamily="34" charset="0"/>
              </a:rPr>
              <a:t>innovation:</a:t>
            </a:r>
            <a:r>
              <a:rPr lang="en-US" altLang="en-US" sz="1400" b="0" dirty="0">
                <a:latin typeface="Arial" panose="020B0604020202020204" pitchFamily="34" charset="0"/>
              </a:rPr>
              <a:t> inception → development → launch → selling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(RC/S)</a:t>
            </a:r>
            <a:endParaRPr lang="en-US" altLang="en-US" sz="1400" dirty="0"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Marketing is not perceived as a growth driver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(RC/S)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0" dirty="0">
                <a:latin typeface="Arial" panose="020B0604020202020204" pitchFamily="34" charset="0"/>
              </a:rPr>
              <a:t>No clear </a:t>
            </a:r>
            <a:r>
              <a:rPr lang="en-US" altLang="en-US" sz="1400" dirty="0">
                <a:latin typeface="Arial" panose="020B0604020202020204" pitchFamily="34" charset="0"/>
              </a:rPr>
              <a:t>stewardship of strategic product line (PL) needs</a:t>
            </a:r>
            <a:r>
              <a:rPr lang="en-US" altLang="en-US" sz="1400" b="0" dirty="0">
                <a:latin typeface="Arial" panose="020B0604020202020204" pitchFamily="34" charset="0"/>
              </a:rPr>
              <a:t> or portfolio accountability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(RC)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RD&amp;E responsiveness</a:t>
            </a:r>
            <a:r>
              <a:rPr lang="en-US" altLang="en-US" sz="1400" b="0" dirty="0">
                <a:latin typeface="Arial" panose="020B0604020202020204" pitchFamily="34" charset="0"/>
              </a:rPr>
              <a:t> is inconsistent; hard to work with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(S)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Sales and supply chain alignment</a:t>
            </a:r>
            <a:r>
              <a:rPr lang="en-US" altLang="en-US" sz="1400" b="0" dirty="0">
                <a:latin typeface="Arial" panose="020B0604020202020204" pitchFamily="34" charset="0"/>
              </a:rPr>
              <a:t> is weak in some areas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(RC)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0" dirty="0">
                <a:latin typeface="Arial" panose="020B0604020202020204" pitchFamily="34" charset="0"/>
              </a:rPr>
              <a:t>We are </a:t>
            </a:r>
            <a:r>
              <a:rPr lang="en-US" altLang="en-US" sz="1400" dirty="0">
                <a:latin typeface="Arial" panose="020B0604020202020204" pitchFamily="34" charset="0"/>
              </a:rPr>
              <a:t>weak on Recovery (</a:t>
            </a:r>
            <a:r>
              <a:rPr lang="en-US" altLang="en-US" sz="1400" b="0" dirty="0">
                <a:latin typeface="Arial" panose="020B0604020202020204" pitchFamily="34" charset="0"/>
              </a:rPr>
              <a:t>P&amp;</a:t>
            </a:r>
            <a:r>
              <a:rPr lang="en-US" altLang="en-US" sz="1400" dirty="0">
                <a:latin typeface="Arial" panose="020B0604020202020204" pitchFamily="34" charset="0"/>
              </a:rPr>
              <a:t>R)</a:t>
            </a:r>
            <a:r>
              <a:rPr lang="en-US" altLang="en-US" sz="1400" b="0" dirty="0">
                <a:latin typeface="Arial" panose="020B0604020202020204" pitchFamily="34" charset="0"/>
              </a:rPr>
              <a:t> capabilities and support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(RC)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Data-driven decision-making</a:t>
            </a:r>
            <a:r>
              <a:rPr lang="en-US" altLang="en-US" sz="1400" b="0" dirty="0">
                <a:latin typeface="Arial" panose="020B0604020202020204" pitchFamily="34" charset="0"/>
              </a:rPr>
              <a:t> is underutilized; AI/ML potential untapped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(RC)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Adjacent market growth</a:t>
            </a:r>
            <a:r>
              <a:rPr lang="en-US" altLang="en-US" sz="1400" b="0" dirty="0">
                <a:latin typeface="Arial" panose="020B0604020202020204" pitchFamily="34" charset="0"/>
              </a:rPr>
              <a:t> is inhibited </a:t>
            </a:r>
            <a:r>
              <a:rPr lang="en-US" altLang="en-US" sz="1400" b="0" dirty="0">
                <a:highlight>
                  <a:srgbClr val="FFFF00"/>
                </a:highlight>
                <a:latin typeface="Arial" panose="020B0604020202020204" pitchFamily="34" charset="0"/>
              </a:rPr>
              <a:t>(RC)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b="0" dirty="0">
              <a:latin typeface="Arial" panose="020B0604020202020204" pitchFamily="34" charset="0"/>
            </a:endParaRP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A078A-CD38-9826-3C26-76F05455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37C662-D0ED-4587-B264-5C4F0D975D18}" type="slidenum"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0E444F-3B23-EFB8-5CCD-40AFCA0A1D4C}"/>
              </a:ext>
            </a:extLst>
          </p:cNvPr>
          <p:cNvSpPr txBox="1"/>
          <p:nvPr/>
        </p:nvSpPr>
        <p:spPr>
          <a:xfrm>
            <a:off x="319087" y="1811834"/>
            <a:ext cx="3200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Light"/>
                <a:ea typeface="+mn-ea"/>
                <a:cs typeface="+mn-cs"/>
              </a:rPr>
              <a:t>What is stopping/ slowing us?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14DC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Light"/>
                <a:ea typeface="+mn-ea"/>
                <a:cs typeface="+mn-cs"/>
              </a:rPr>
              <a:t>Which are symptoms </a:t>
            </a:r>
            <a:r>
              <a:rPr lang="en-US" altLang="en-US" sz="2400" dirty="0">
                <a:highlight>
                  <a:srgbClr val="FFFF00"/>
                </a:highlight>
                <a:latin typeface="Arial" panose="020B0604020202020204" pitchFamily="34" charset="0"/>
              </a:rPr>
              <a:t>(S)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Light"/>
                <a:ea typeface="+mn-ea"/>
                <a:cs typeface="+mn-cs"/>
              </a:rPr>
              <a:t> and which are root causes </a:t>
            </a:r>
            <a:r>
              <a:rPr lang="en-US" altLang="en-US" sz="2400" dirty="0">
                <a:highlight>
                  <a:srgbClr val="FFFF00"/>
                </a:highlight>
                <a:latin typeface="Arial" panose="020B0604020202020204" pitchFamily="34" charset="0"/>
              </a:rPr>
              <a:t>(RC)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14DC"/>
                </a:solidFill>
                <a:effectLst/>
                <a:uLnTx/>
                <a:uFillTx/>
                <a:latin typeface="SLB Sans Light"/>
                <a:ea typeface="+mn-ea"/>
                <a:cs typeface="+mn-cs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14DC"/>
              </a:solidFill>
              <a:effectLst/>
              <a:uLnTx/>
              <a:uFillTx/>
              <a:latin typeface="SLB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6167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F5264-1654-0720-F393-011FAB52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619D0-FD33-D237-F5F1-28A33DF1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M&amp;T Ambition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7B079-83A1-1576-071E-4D1B20460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043" y="350164"/>
            <a:ext cx="7296870" cy="5989676"/>
          </a:xfrm>
        </p:spPr>
        <p:txBody>
          <a:bodyPr/>
          <a:lstStyle/>
          <a:p>
            <a:pPr marL="342900" lvl="1" indent="-342900">
              <a:buFont typeface="+mj-lt"/>
              <a:buAutoNum type="arabicPeriod"/>
            </a:pPr>
            <a:r>
              <a:rPr lang="en-US" sz="1200">
                <a:solidFill>
                  <a:schemeClr val="accent1"/>
                </a:solidFill>
              </a:rPr>
              <a:t>Translate strategy into execution</a:t>
            </a:r>
          </a:p>
          <a:p>
            <a:pPr lvl="2" indent="0">
              <a:buNone/>
            </a:pPr>
            <a:r>
              <a:rPr lang="en-US" sz="1200"/>
              <a:t>Turn PCT’s ambition into tangible market and technology actions that </a:t>
            </a:r>
            <a:r>
              <a:rPr lang="en-US" sz="1200" b="1"/>
              <a:t>deliver measurable impact / sales outcomes </a:t>
            </a:r>
            <a:r>
              <a:rPr lang="en-US" sz="1200"/>
              <a:t>– integrated solution, technology &amp; adjacencies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1200">
                <a:solidFill>
                  <a:schemeClr val="accent1"/>
                </a:solidFill>
              </a:rPr>
              <a:t>Connect PCT offering to customer value</a:t>
            </a:r>
          </a:p>
          <a:p>
            <a:pPr lvl="2" indent="0">
              <a:buNone/>
            </a:pPr>
            <a:r>
              <a:rPr lang="en-US" sz="1200"/>
              <a:t>Bridge the gap between innovation and commercial capture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1200">
                <a:solidFill>
                  <a:schemeClr val="accent1"/>
                </a:solidFill>
              </a:rPr>
              <a:t>Differentiate SLB in the marketplace</a:t>
            </a:r>
          </a:p>
          <a:p>
            <a:pPr lvl="2" indent="0">
              <a:buNone/>
            </a:pPr>
            <a:r>
              <a:rPr lang="en-US" sz="1200"/>
              <a:t>Shape how our technology and story stand apart to win– value proposition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1200">
                <a:solidFill>
                  <a:schemeClr val="accent1"/>
                </a:solidFill>
              </a:rPr>
              <a:t>Drive profitable growth through technology leadership</a:t>
            </a:r>
          </a:p>
          <a:p>
            <a:pPr lvl="2" indent="0">
              <a:buNone/>
            </a:pPr>
            <a:r>
              <a:rPr lang="en-US" sz="1200"/>
              <a:t>Ensure every technology investment translates into market adoption and financial performance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1200">
                <a:solidFill>
                  <a:schemeClr val="accent1"/>
                </a:solidFill>
              </a:rPr>
              <a:t>Accelerate new solution commercialization</a:t>
            </a:r>
          </a:p>
          <a:p>
            <a:pPr lvl="2" indent="0">
              <a:buNone/>
            </a:pPr>
            <a:r>
              <a:rPr lang="en-US" sz="1200"/>
              <a:t>Shorten the path from concept → qualification → revenue, whether innovation (NPD) or customer specific (Technology or Digital) needs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1200">
                <a:solidFill>
                  <a:schemeClr val="accent1"/>
                </a:solidFill>
              </a:rPr>
              <a:t>Leverage our digital and data backbone to enable the strategy</a:t>
            </a:r>
          </a:p>
          <a:p>
            <a:pPr lvl="2" indent="0">
              <a:buNone/>
            </a:pPr>
            <a:r>
              <a:rPr lang="en-US" sz="1200"/>
              <a:t>Provide the insights, tools and automation that help PCT make smarter, faster, better decisions (internally &amp; externally)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1200">
                <a:solidFill>
                  <a:schemeClr val="accent1"/>
                </a:solidFill>
              </a:rPr>
              <a:t>Champion digitization &amp; decarbonization goals</a:t>
            </a:r>
          </a:p>
          <a:p>
            <a:pPr lvl="2" indent="0">
              <a:buNone/>
            </a:pPr>
            <a:r>
              <a:rPr lang="en-US" sz="1200"/>
              <a:t>Ensure we advance SLB’s digitization &amp; sustainability leadership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1200">
                <a:solidFill>
                  <a:schemeClr val="accent1"/>
                </a:solidFill>
              </a:rPr>
              <a:t>Foster one global, connected M&amp;T organization</a:t>
            </a:r>
          </a:p>
          <a:p>
            <a:pPr lvl="2" indent="0">
              <a:buNone/>
            </a:pPr>
            <a:r>
              <a:rPr lang="en-US" sz="1200"/>
              <a:t>Unite our diverse technical and marketing talent into a collaborative engine of growth, connected to RT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1200">
                <a:solidFill>
                  <a:schemeClr val="accent1"/>
                </a:solidFill>
              </a:rPr>
              <a:t>Globally and regionally connected</a:t>
            </a:r>
          </a:p>
          <a:p>
            <a:pPr lvl="2" indent="0">
              <a:buNone/>
            </a:pPr>
            <a:r>
              <a:rPr lang="en-US" sz="1200"/>
              <a:t>Through strong Round Table engagement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1200">
                <a:solidFill>
                  <a:schemeClr val="accent1"/>
                </a:solidFill>
              </a:rPr>
              <a:t>Inspire confidence</a:t>
            </a:r>
          </a:p>
          <a:p>
            <a:pPr lvl="2" indent="0">
              <a:buNone/>
            </a:pPr>
            <a:r>
              <a:rPr lang="en-US" sz="1200"/>
              <a:t>Be the organization that makes strategy and future growth feel achievable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986AC-FCA1-8DBC-2544-39664EC8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37C662-D0ED-4587-B264-5C4F0D975D18}" type="slidenum"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8ED41C9-35EA-8861-C406-FC929ABAB5F2}"/>
              </a:ext>
            </a:extLst>
          </p:cNvPr>
          <p:cNvGraphicFramePr/>
          <p:nvPr/>
        </p:nvGraphicFramePr>
        <p:xfrm>
          <a:off x="148682" y="1416023"/>
          <a:ext cx="4009984" cy="31212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DF8CA7-3742-8AE5-B1FD-B72BFF0E0C58}"/>
              </a:ext>
            </a:extLst>
          </p:cNvPr>
          <p:cNvSpPr txBox="1"/>
          <p:nvPr/>
        </p:nvSpPr>
        <p:spPr>
          <a:xfrm>
            <a:off x="319087" y="2137295"/>
            <a:ext cx="366917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LB Sans Book" panose="02000503040000020004" pitchFamily="2" charset="0"/>
                <a:ea typeface="+mn-ea"/>
                <a:cs typeface="+mn-cs"/>
              </a:rPr>
              <a:t>We exist to make the PCT strategy real</a:t>
            </a:r>
          </a:p>
        </p:txBody>
      </p:sp>
    </p:spTree>
    <p:extLst>
      <p:ext uri="{BB962C8B-B14F-4D97-AF65-F5344CB8AC3E}">
        <p14:creationId xmlns:p14="http://schemas.microsoft.com/office/powerpoint/2010/main" val="3848330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30105-D067-4032-C33D-E41A50589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D227-7C5D-28D6-74CE-E18C69E63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Changes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B8D9C-7CF1-27F4-E3B2-E5638BD58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26" y="412363"/>
            <a:ext cx="7296870" cy="5480050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US" sz="1600" dirty="0"/>
              <a:t>Reintroduce Domain Product Line Management, couple with Product Champion responsibilities (HC neutral)</a:t>
            </a:r>
          </a:p>
          <a:p>
            <a:pPr marL="685800" lvl="2">
              <a:buFontTx/>
              <a:buChar char="-"/>
            </a:pPr>
            <a:r>
              <a:rPr lang="en-US" sz="1600" dirty="0"/>
              <a:t>Asset Integrity</a:t>
            </a:r>
          </a:p>
          <a:p>
            <a:pPr marL="685800" lvl="2">
              <a:buFontTx/>
              <a:buChar char="-"/>
            </a:pPr>
            <a:r>
              <a:rPr lang="en-US" sz="1600" dirty="0"/>
              <a:t>Production Maximization</a:t>
            </a:r>
          </a:p>
          <a:p>
            <a:pPr marL="685800" lvl="2">
              <a:buFontTx/>
              <a:buChar char="-"/>
            </a:pPr>
            <a:r>
              <a:rPr lang="en-US" sz="1600" dirty="0"/>
              <a:t>Flow Assurance</a:t>
            </a:r>
          </a:p>
          <a:p>
            <a:pPr marL="685800" lvl="2">
              <a:buFontTx/>
              <a:buChar char="-"/>
            </a:pPr>
            <a:r>
              <a:rPr lang="en-US" sz="1600" dirty="0"/>
              <a:t>Recovery </a:t>
            </a:r>
          </a:p>
          <a:p>
            <a:pPr marL="342900" indent="-342900">
              <a:buFontTx/>
              <a:buChar char="-"/>
            </a:pPr>
            <a:r>
              <a:rPr lang="en-US" sz="1600" dirty="0"/>
              <a:t>Build Recovery capability</a:t>
            </a:r>
          </a:p>
          <a:p>
            <a:pPr marL="685800" lvl="2">
              <a:buFontTx/>
              <a:buChar char="-"/>
            </a:pPr>
            <a:r>
              <a:rPr lang="en-US" sz="1600" dirty="0"/>
              <a:t>Marketing - Segment &amp; Product Champion/ Domain</a:t>
            </a:r>
          </a:p>
          <a:p>
            <a:pPr marL="685800" lvl="2">
              <a:buFontTx/>
              <a:buChar char="-"/>
            </a:pPr>
            <a:r>
              <a:rPr lang="en-US" sz="1600" dirty="0"/>
              <a:t>Technology – Technical Support, Modelling</a:t>
            </a:r>
          </a:p>
          <a:p>
            <a:pPr marL="342900" indent="-342900">
              <a:buFontTx/>
              <a:buChar char="-"/>
            </a:pPr>
            <a:r>
              <a:rPr lang="en-US" sz="1600" dirty="0"/>
              <a:t>Realign Segment Marketing with Strategy Segments</a:t>
            </a:r>
          </a:p>
          <a:p>
            <a:pPr marL="685800" lvl="2">
              <a:buFontTx/>
              <a:buChar char="-"/>
            </a:pPr>
            <a:r>
              <a:rPr lang="en-US" sz="1600" dirty="0"/>
              <a:t>Onshore</a:t>
            </a:r>
          </a:p>
          <a:p>
            <a:pPr marL="685800" lvl="2">
              <a:buFontTx/>
              <a:buChar char="-"/>
            </a:pPr>
            <a:r>
              <a:rPr lang="en-US" sz="1600" dirty="0"/>
              <a:t>Offshore</a:t>
            </a:r>
          </a:p>
          <a:p>
            <a:pPr marL="685800" lvl="2">
              <a:buFontTx/>
              <a:buChar char="-"/>
            </a:pPr>
            <a:r>
              <a:rPr lang="en-US" sz="1600" dirty="0"/>
              <a:t>Midstream</a:t>
            </a:r>
          </a:p>
          <a:p>
            <a:pPr marL="685800" lvl="2">
              <a:buFontTx/>
              <a:buChar char="-"/>
            </a:pPr>
            <a:r>
              <a:rPr lang="en-US" sz="1600" dirty="0"/>
              <a:t>Recovery</a:t>
            </a:r>
          </a:p>
          <a:p>
            <a:pPr marL="685800" lvl="2">
              <a:buFontTx/>
              <a:buChar char="-"/>
            </a:pPr>
            <a:r>
              <a:rPr lang="en-US" sz="1600" dirty="0"/>
              <a:t>Integrated Solutions</a:t>
            </a:r>
          </a:p>
          <a:p>
            <a:pPr marL="342900" indent="-342900">
              <a:buFontTx/>
              <a:buChar char="-"/>
            </a:pPr>
            <a:r>
              <a:rPr lang="en-US" sz="1600" dirty="0"/>
              <a:t>Assigned Senior Technology Leader to execute and deliver  ‘Customer-First Responsiveness’ </a:t>
            </a:r>
          </a:p>
          <a:p>
            <a:pPr marL="342900" indent="-342900">
              <a:buFontTx/>
              <a:buChar char="-"/>
            </a:pPr>
            <a:r>
              <a:rPr lang="en-US" sz="1600" dirty="0"/>
              <a:t>Increase visibility to Control Tower capabilities with a view to more impactful outcomes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pPr marL="342900" indent="-342900">
              <a:buFontTx/>
              <a:buChar char="-"/>
            </a:pP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36457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397CB-8313-730C-2AB7-77C759276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D88E4-0CDC-5021-8D49-2E479CF1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</p:spPr>
        <p:txBody>
          <a:bodyPr anchor="t">
            <a:normAutofit fontScale="90000"/>
          </a:bodyPr>
          <a:lstStyle/>
          <a:p>
            <a:r>
              <a:rPr dirty="0"/>
              <a:t>Our </a:t>
            </a:r>
            <a:r>
              <a:rPr lang="en-US" dirty="0"/>
              <a:t>Priority</a:t>
            </a:r>
            <a:r>
              <a:rPr dirty="0"/>
              <a:t> Strategic Outcomes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WHAT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2-3 year horizon</a:t>
            </a:r>
            <a:endParaRPr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61CB17B-CD5A-767C-3EA2-52375ED0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2737C662-D0ED-4587-B264-5C4F0D975D18}" type="slidenum"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E3CCB6-31FE-5472-9B4B-A845E00D18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5327866"/>
              </p:ext>
            </p:extLst>
          </p:nvPr>
        </p:nvGraphicFramePr>
        <p:xfrm>
          <a:off x="5331946" y="454336"/>
          <a:ext cx="7296870" cy="5514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83AF10-018D-EC63-C134-452535663ECF}"/>
              </a:ext>
            </a:extLst>
          </p:cNvPr>
          <p:cNvSpPr txBox="1"/>
          <p:nvPr/>
        </p:nvSpPr>
        <p:spPr>
          <a:xfrm>
            <a:off x="4381003" y="634043"/>
            <a:ext cx="1003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Growth &amp; Innovation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76429D-B7DE-7642-7C1A-E16A53CD19F7}"/>
              </a:ext>
            </a:extLst>
          </p:cNvPr>
          <p:cNvSpPr txBox="1"/>
          <p:nvPr/>
        </p:nvSpPr>
        <p:spPr>
          <a:xfrm>
            <a:off x="4381003" y="2198745"/>
            <a:ext cx="1003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Efficiency &amp; Agility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D4886-24F2-E4CB-EEC5-6686D845FC50}"/>
              </a:ext>
            </a:extLst>
          </p:cNvPr>
          <p:cNvSpPr txBox="1"/>
          <p:nvPr/>
        </p:nvSpPr>
        <p:spPr>
          <a:xfrm>
            <a:off x="4409076" y="3569629"/>
            <a:ext cx="1003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Alignment &amp; Execution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51688-C414-7373-0CA2-0A2DF883A43F}"/>
              </a:ext>
            </a:extLst>
          </p:cNvPr>
          <p:cNvSpPr txBox="1"/>
          <p:nvPr/>
        </p:nvSpPr>
        <p:spPr>
          <a:xfrm>
            <a:off x="4381003" y="4940513"/>
            <a:ext cx="1109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Digital &amp; Data Enablement</a:t>
            </a:r>
          </a:p>
        </p:txBody>
      </p:sp>
    </p:spTree>
    <p:extLst>
      <p:ext uri="{BB962C8B-B14F-4D97-AF65-F5344CB8AC3E}">
        <p14:creationId xmlns:p14="http://schemas.microsoft.com/office/powerpoint/2010/main" val="3356757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374C2-0412-0B9C-4CDD-C7D55EBC1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0432-61EF-994A-46F0-4D32A09F9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363"/>
            <a:ext cx="3200400" cy="3696087"/>
          </a:xfrm>
        </p:spPr>
        <p:txBody>
          <a:bodyPr anchor="t">
            <a:normAutofit/>
          </a:bodyPr>
          <a:lstStyle/>
          <a:p>
            <a:r>
              <a:rPr dirty="0"/>
              <a:t>Our Design Principles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HOW</a:t>
            </a:r>
            <a:endParaRPr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CDF84D1-F3E9-CC33-0893-F9395449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701" y="6411198"/>
            <a:ext cx="684212" cy="230248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2737C662-D0ED-4587-B264-5C4F0D975D18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6BBC81-D40F-A643-6DF5-D2905D25E9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37930" y="671531"/>
          <a:ext cx="7296870" cy="5514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838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88CDB-EE4C-1C45-920F-B4D0605C1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6C92F-0ECB-1B8B-B367-3D16D584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Who Owns What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WHO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2E52D1-FBA2-9539-43F0-1DD7AA7D1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849848"/>
              </p:ext>
            </p:extLst>
          </p:nvPr>
        </p:nvGraphicFramePr>
        <p:xfrm>
          <a:off x="3272240" y="667006"/>
          <a:ext cx="8075167" cy="4066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6501">
                  <a:extLst>
                    <a:ext uri="{9D8B030D-6E8A-4147-A177-3AD203B41FA5}">
                      <a16:colId xmlns:a16="http://schemas.microsoft.com/office/drawing/2014/main" val="154185118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0509551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47532596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E2E Process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Collaborators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186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Faster Innovation → Market → Money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Product Management (Simon)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NPD &amp; Sales,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50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Strategy in Action, Not on Paper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Strategic Marketing (Susan)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CTLT,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118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Market-Led Growth Activation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Strategic Marketing (Graham/ Jim)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29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Simpler, Smarter M&amp;T Workflows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Digitized Services Product Manager (Reuben)</a:t>
                      </a:r>
                    </a:p>
                    <a:p>
                      <a:r>
                        <a:rPr lang="en-US" sz="1200" dirty="0"/>
                        <a:t>Processes Manager (Steve)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M&amp;T, Sales, 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Customer-First Responsiveness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Technology Manager (Norm)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Sales, SC, Marketing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56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 Sharper, Leaner Portfolio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Product Management (Simon)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Technology, Sustaining, Pit Crew, SC, Sales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178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Digital at the Core of How We Operate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Digitized Services Product Manager (Reuben)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Marketing (</a:t>
                      </a:r>
                      <a:r>
                        <a:rPr lang="en-US" sz="1200" dirty="0" err="1"/>
                        <a:t>PROact</a:t>
                      </a:r>
                      <a:r>
                        <a:rPr lang="en-US" sz="1200" dirty="0"/>
                        <a:t>), D&amp;I, Sales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022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542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816C5-1D7F-58AE-F726-CDE0BEB2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8CE8-3005-E4BB-2769-E884F6C93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55" y="326424"/>
            <a:ext cx="3200400" cy="3696087"/>
          </a:xfrm>
        </p:spPr>
        <p:txBody>
          <a:bodyPr/>
          <a:lstStyle/>
          <a:p>
            <a:r>
              <a:rPr lang="en-US" dirty="0"/>
              <a:t>Top </a:t>
            </a:r>
            <a:br>
              <a:rPr lang="en-US" dirty="0"/>
            </a:br>
            <a:r>
              <a:rPr dirty="0"/>
              <a:t>Priorities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37499E5-50D7-A8F1-D0BE-4AABE657A9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156288"/>
              </p:ext>
            </p:extLst>
          </p:nvPr>
        </p:nvGraphicFramePr>
        <p:xfrm>
          <a:off x="2419108" y="170405"/>
          <a:ext cx="9371049" cy="638703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91155">
                  <a:extLst>
                    <a:ext uri="{9D8B030D-6E8A-4147-A177-3AD203B41FA5}">
                      <a16:colId xmlns:a16="http://schemas.microsoft.com/office/drawing/2014/main" val="3820144960"/>
                    </a:ext>
                  </a:extLst>
                </a:gridCol>
                <a:gridCol w="3481716">
                  <a:extLst>
                    <a:ext uri="{9D8B030D-6E8A-4147-A177-3AD203B41FA5}">
                      <a16:colId xmlns:a16="http://schemas.microsoft.com/office/drawing/2014/main" val="3514885738"/>
                    </a:ext>
                  </a:extLst>
                </a:gridCol>
                <a:gridCol w="750264">
                  <a:extLst>
                    <a:ext uri="{9D8B030D-6E8A-4147-A177-3AD203B41FA5}">
                      <a16:colId xmlns:a16="http://schemas.microsoft.com/office/drawing/2014/main" val="3066359927"/>
                    </a:ext>
                  </a:extLst>
                </a:gridCol>
                <a:gridCol w="737966">
                  <a:extLst>
                    <a:ext uri="{9D8B030D-6E8A-4147-A177-3AD203B41FA5}">
                      <a16:colId xmlns:a16="http://schemas.microsoft.com/office/drawing/2014/main" val="1646845834"/>
                    </a:ext>
                  </a:extLst>
                </a:gridCol>
                <a:gridCol w="737966">
                  <a:extLst>
                    <a:ext uri="{9D8B030D-6E8A-4147-A177-3AD203B41FA5}">
                      <a16:colId xmlns:a16="http://schemas.microsoft.com/office/drawing/2014/main" val="3947560764"/>
                    </a:ext>
                  </a:extLst>
                </a:gridCol>
                <a:gridCol w="771982">
                  <a:extLst>
                    <a:ext uri="{9D8B030D-6E8A-4147-A177-3AD203B41FA5}">
                      <a16:colId xmlns:a16="http://schemas.microsoft.com/office/drawing/2014/main" val="3243064696"/>
                    </a:ext>
                  </a:extLst>
                </a:gridCol>
              </a:tblGrid>
              <a:tr h="4061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Strategic Outcome</a:t>
                      </a:r>
                    </a:p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2026 Action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Q1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Q2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Q3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Q4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110761"/>
                  </a:ext>
                </a:extLst>
              </a:tr>
              <a:tr h="307492">
                <a:tc rowSpan="4"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100" b="1" dirty="0"/>
                        <a:t>Strategy in Action, Not on 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Align on Strategy  </a:t>
                      </a:r>
                      <a:r>
                        <a:rPr lang="en-US" sz="1100" b="0" dirty="0"/>
                        <a:t>→  Operationalize OGSM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09160800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Build &amp; Deploy GTM playbook for strategic pillars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94112782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P&amp;R Summit – PCT Articulation </a:t>
                      </a:r>
                      <a:r>
                        <a:rPr lang="en-US" sz="1100" baseline="30000" dirty="0"/>
                        <a:t>(3)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48909683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Portfolio Review &amp; SBR Alignment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220603"/>
                  </a:ext>
                </a:extLst>
              </a:tr>
              <a:tr h="246588">
                <a:tc rowSpan="4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2"/>
                      </a:pPr>
                      <a:r>
                        <a:rPr lang="en-US" sz="1100" b="1" dirty="0"/>
                        <a:t>Faster Innovation → Market →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Product Management team redesign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1701004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Implement SLB Product Management process </a:t>
                      </a:r>
                      <a:r>
                        <a:rPr lang="en-US" sz="1100" baseline="30000" dirty="0"/>
                        <a:t>(1)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35774551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NPD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08855710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Launch Excellence 3x Key New Technologies </a:t>
                      </a:r>
                      <a:r>
                        <a:rPr lang="en-US" sz="1100" baseline="30000" dirty="0"/>
                        <a:t>(1)</a:t>
                      </a:r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108180"/>
                  </a:ext>
                </a:extLst>
              </a:tr>
              <a:tr h="406145">
                <a:tc rowSpan="2">
                  <a:txBody>
                    <a:bodyPr/>
                    <a:lstStyle/>
                    <a:p>
                      <a:pPr marL="228600" indent="-228600" algn="l" defTabSz="914400" rtl="0" eaLnBrk="1" fontAlgn="b" latinLnBrk="0" hangingPunct="1">
                        <a:buFont typeface="+mj-lt"/>
                        <a:buAutoNum type="arabicPeriod" startAt="3"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Beyond-the-Core Growth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Step-out/ Adjacencies - define focus, execution &amp; forum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24142482"/>
                  </a:ext>
                </a:extLst>
              </a:tr>
              <a:tr h="271644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Integrated Solutions Selling – skills, tools, mindset </a:t>
                      </a:r>
                      <a:r>
                        <a:rPr lang="en-US" sz="1100" baseline="30000" dirty="0"/>
                        <a:t>(1)</a:t>
                      </a:r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0080867"/>
                  </a:ext>
                </a:extLst>
              </a:tr>
              <a:tr h="246588">
                <a:tc rowSpan="2"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4"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Simpler, Smarter M&amp;T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Product Set-up Digitization </a:t>
                      </a:r>
                      <a:r>
                        <a:rPr lang="en-US" sz="1100" baseline="30000" dirty="0"/>
                        <a:t>(2)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49366106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M&amp;T Processes (integration) </a:t>
                      </a:r>
                      <a:r>
                        <a:rPr lang="en-US" sz="1100" baseline="30000" dirty="0"/>
                        <a:t>(2)</a:t>
                      </a:r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744197"/>
                  </a:ext>
                </a:extLst>
              </a:tr>
              <a:tr h="249005">
                <a:tc rowSpan="2"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5"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Customer-First Responsiveness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Realign global lab footprint with biz needs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4111174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FFB Rapid Response Build-out </a:t>
                      </a:r>
                      <a:r>
                        <a:rPr lang="en-US" sz="1100" baseline="30000" dirty="0"/>
                        <a:t>(4)</a:t>
                      </a:r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853453"/>
                  </a:ext>
                </a:extLst>
              </a:tr>
              <a:tr h="246588">
                <a:tc rowSpan="3"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6"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Sharper, Leaner Portfolio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Fit-for-Basin Pantry – definition </a:t>
                      </a:r>
                      <a:r>
                        <a:rPr lang="en-US" sz="1100" baseline="30000" dirty="0"/>
                        <a:t>(1)</a:t>
                      </a:r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7727141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EB Priority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03138089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Pit Crew – COGS Synergies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972742"/>
                  </a:ext>
                </a:extLst>
              </a:tr>
              <a:tr h="291023">
                <a:tc rowSpan="5"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7"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Digital at the Core of How we Operate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Clarify R&amp;R with Digital &amp; NAL Digital, align for success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7176760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PROact</a:t>
                      </a:r>
                      <a:r>
                        <a:rPr lang="en-US" sz="1100" dirty="0"/>
                        <a:t> Digi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73406670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TEAMS monitoring and surveillance expansion </a:t>
                      </a:r>
                      <a:r>
                        <a:rPr lang="en-US" sz="1100" baseline="30000" dirty="0"/>
                        <a:t>(5)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57461556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Fit-for-Purpose Control Tower </a:t>
                      </a:r>
                      <a:r>
                        <a:rPr lang="en-US" sz="1100" baseline="30000" dirty="0"/>
                        <a:t>(4)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8773906"/>
                  </a:ext>
                </a:extLst>
              </a:tr>
              <a:tr h="246588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Increase involvement in IPO </a:t>
                      </a:r>
                      <a:r>
                        <a:rPr lang="en-US" sz="1100" baseline="30000" dirty="0"/>
                        <a:t>(3)</a:t>
                      </a:r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065068"/>
                  </a:ext>
                </a:extLst>
              </a:tr>
            </a:tbl>
          </a:graphicData>
        </a:graphic>
      </p:graphicFrame>
      <p:sp>
        <p:nvSpPr>
          <p:cNvPr id="7" name="Arrow: Pentagon 6">
            <a:extLst>
              <a:ext uri="{FF2B5EF4-FFF2-40B4-BE49-F238E27FC236}">
                <a16:creationId xmlns:a16="http://schemas.microsoft.com/office/drawing/2014/main" id="{0B08B2E3-6448-70D9-212A-97E6A633B9C1}"/>
              </a:ext>
            </a:extLst>
          </p:cNvPr>
          <p:cNvSpPr/>
          <p:nvPr/>
        </p:nvSpPr>
        <p:spPr>
          <a:xfrm>
            <a:off x="8794829" y="938670"/>
            <a:ext cx="1215341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2C84BFE5-0E7B-135A-2F40-5B2E9977583B}"/>
              </a:ext>
            </a:extLst>
          </p:cNvPr>
          <p:cNvSpPr/>
          <p:nvPr/>
        </p:nvSpPr>
        <p:spPr>
          <a:xfrm>
            <a:off x="8794829" y="1198469"/>
            <a:ext cx="752355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96D12447-78D3-FE90-0CDA-F5594DF47753}"/>
              </a:ext>
            </a:extLst>
          </p:cNvPr>
          <p:cNvSpPr/>
          <p:nvPr/>
        </p:nvSpPr>
        <p:spPr>
          <a:xfrm>
            <a:off x="9429506" y="1460264"/>
            <a:ext cx="1383176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D3850C4A-5718-E193-A715-EA9FE8206507}"/>
              </a:ext>
            </a:extLst>
          </p:cNvPr>
          <p:cNvSpPr/>
          <p:nvPr/>
        </p:nvSpPr>
        <p:spPr>
          <a:xfrm>
            <a:off x="9429506" y="2511657"/>
            <a:ext cx="2177971" cy="171417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0502B330-FF5E-40A5-C5C0-D911AB4CBE2C}"/>
              </a:ext>
            </a:extLst>
          </p:cNvPr>
          <p:cNvSpPr/>
          <p:nvPr/>
        </p:nvSpPr>
        <p:spPr>
          <a:xfrm>
            <a:off x="8794829" y="2874440"/>
            <a:ext cx="2644816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145F88A4-DA9E-3100-7A53-726D4D5F473C}"/>
              </a:ext>
            </a:extLst>
          </p:cNvPr>
          <p:cNvSpPr/>
          <p:nvPr/>
        </p:nvSpPr>
        <p:spPr>
          <a:xfrm>
            <a:off x="8794829" y="1978003"/>
            <a:ext cx="752355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7BC6F7E8-060E-57EB-3D98-C60AB2987BD7}"/>
              </a:ext>
            </a:extLst>
          </p:cNvPr>
          <p:cNvSpPr/>
          <p:nvPr/>
        </p:nvSpPr>
        <p:spPr>
          <a:xfrm>
            <a:off x="9429506" y="2251734"/>
            <a:ext cx="752355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B8320CC3-2E62-2AEC-487B-9C3AAEDE9B41}"/>
              </a:ext>
            </a:extLst>
          </p:cNvPr>
          <p:cNvSpPr/>
          <p:nvPr/>
        </p:nvSpPr>
        <p:spPr>
          <a:xfrm>
            <a:off x="8794829" y="3195410"/>
            <a:ext cx="2644816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BB643353-FD26-BC3C-CFF1-A9CD4F679ADA}"/>
              </a:ext>
            </a:extLst>
          </p:cNvPr>
          <p:cNvSpPr/>
          <p:nvPr/>
        </p:nvSpPr>
        <p:spPr>
          <a:xfrm>
            <a:off x="8794829" y="3478133"/>
            <a:ext cx="1383176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B8C4ED81-B776-94B9-BA83-E3CB6E214F3F}"/>
              </a:ext>
            </a:extLst>
          </p:cNvPr>
          <p:cNvSpPr/>
          <p:nvPr/>
        </p:nvSpPr>
        <p:spPr>
          <a:xfrm>
            <a:off x="8794829" y="3712331"/>
            <a:ext cx="2122026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7DE64C98-14A0-C0AF-D533-26C02B803242}"/>
              </a:ext>
            </a:extLst>
          </p:cNvPr>
          <p:cNvSpPr/>
          <p:nvPr/>
        </p:nvSpPr>
        <p:spPr>
          <a:xfrm>
            <a:off x="8784217" y="3995084"/>
            <a:ext cx="752355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87F0BBEE-34DC-E226-256A-A419CCCB3BE8}"/>
              </a:ext>
            </a:extLst>
          </p:cNvPr>
          <p:cNvSpPr/>
          <p:nvPr/>
        </p:nvSpPr>
        <p:spPr>
          <a:xfrm>
            <a:off x="9040791" y="4248368"/>
            <a:ext cx="1186406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D13BEE5B-2122-2F55-21BE-F785A7EB4BE3}"/>
              </a:ext>
            </a:extLst>
          </p:cNvPr>
          <p:cNvSpPr/>
          <p:nvPr/>
        </p:nvSpPr>
        <p:spPr>
          <a:xfrm>
            <a:off x="8802547" y="4492108"/>
            <a:ext cx="752355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88D1B3E1-F238-94DE-99DE-5D7287E38F9E}"/>
              </a:ext>
            </a:extLst>
          </p:cNvPr>
          <p:cNvSpPr/>
          <p:nvPr/>
        </p:nvSpPr>
        <p:spPr>
          <a:xfrm>
            <a:off x="8794829" y="4763349"/>
            <a:ext cx="752355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D306B99D-10DC-F488-FDB6-3E2556084AC2}"/>
              </a:ext>
            </a:extLst>
          </p:cNvPr>
          <p:cNvSpPr/>
          <p:nvPr/>
        </p:nvSpPr>
        <p:spPr>
          <a:xfrm>
            <a:off x="8794829" y="5004886"/>
            <a:ext cx="2388244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24" name="Arrow: Pentagon 23">
            <a:extLst>
              <a:ext uri="{FF2B5EF4-FFF2-40B4-BE49-F238E27FC236}">
                <a16:creationId xmlns:a16="http://schemas.microsoft.com/office/drawing/2014/main" id="{5EFD66F6-E88F-BD1D-D69E-5E3A7FD387D9}"/>
              </a:ext>
            </a:extLst>
          </p:cNvPr>
          <p:cNvSpPr/>
          <p:nvPr/>
        </p:nvSpPr>
        <p:spPr>
          <a:xfrm>
            <a:off x="8802547" y="5565867"/>
            <a:ext cx="1556796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57AA9EE1-A2B9-DD5C-942E-9596B74A57D9}"/>
              </a:ext>
            </a:extLst>
          </p:cNvPr>
          <p:cNvSpPr/>
          <p:nvPr/>
        </p:nvSpPr>
        <p:spPr>
          <a:xfrm>
            <a:off x="9429506" y="5837472"/>
            <a:ext cx="1186406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C35BDE66-7D22-0EB1-93B0-4958282063CE}"/>
              </a:ext>
            </a:extLst>
          </p:cNvPr>
          <p:cNvSpPr/>
          <p:nvPr/>
        </p:nvSpPr>
        <p:spPr>
          <a:xfrm>
            <a:off x="8794828" y="6089940"/>
            <a:ext cx="752355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A36F358B-9504-F3EB-E3F0-E5D0A4976447}"/>
              </a:ext>
            </a:extLst>
          </p:cNvPr>
          <p:cNvSpPr/>
          <p:nvPr/>
        </p:nvSpPr>
        <p:spPr>
          <a:xfrm>
            <a:off x="9429506" y="6351564"/>
            <a:ext cx="2028465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28" name="Arrow: Pentagon 27">
            <a:extLst>
              <a:ext uri="{FF2B5EF4-FFF2-40B4-BE49-F238E27FC236}">
                <a16:creationId xmlns:a16="http://schemas.microsoft.com/office/drawing/2014/main" id="{594C2112-7EEB-3793-3087-EF8DDBF4B183}"/>
              </a:ext>
            </a:extLst>
          </p:cNvPr>
          <p:cNvSpPr/>
          <p:nvPr/>
        </p:nvSpPr>
        <p:spPr>
          <a:xfrm>
            <a:off x="8794829" y="655524"/>
            <a:ext cx="245962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039A3099-3AFA-7961-8A78-DDF176353D87}"/>
              </a:ext>
            </a:extLst>
          </p:cNvPr>
          <p:cNvSpPr/>
          <p:nvPr/>
        </p:nvSpPr>
        <p:spPr>
          <a:xfrm>
            <a:off x="8794829" y="1734904"/>
            <a:ext cx="245962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3FD653B1-CF6B-225A-3ECE-48E55376B237}"/>
              </a:ext>
            </a:extLst>
          </p:cNvPr>
          <p:cNvSpPr/>
          <p:nvPr/>
        </p:nvSpPr>
        <p:spPr>
          <a:xfrm>
            <a:off x="8802547" y="5296317"/>
            <a:ext cx="245962" cy="1736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064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9B818-F810-5BF2-5116-090FE313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E9748-C782-D24F-F713-8AFD27DFD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65" y="204020"/>
            <a:ext cx="9126638" cy="3696087"/>
          </a:xfrm>
        </p:spPr>
        <p:txBody>
          <a:bodyPr/>
          <a:lstStyle/>
          <a:p>
            <a:r>
              <a:rPr dirty="0"/>
              <a:t>Integration Priority </a:t>
            </a:r>
            <a:br>
              <a:rPr lang="en-US" dirty="0"/>
            </a:br>
            <a:r>
              <a:rPr lang="en-US" dirty="0"/>
              <a:t>90 day </a:t>
            </a:r>
            <a:r>
              <a:rPr dirty="0"/>
              <a:t>Sprint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BD581A-B8A1-1557-3CB1-33716855B8AD}"/>
              </a:ext>
            </a:extLst>
          </p:cNvPr>
          <p:cNvSpPr/>
          <p:nvPr/>
        </p:nvSpPr>
        <p:spPr>
          <a:xfrm>
            <a:off x="2955787" y="1498922"/>
            <a:ext cx="15544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Backlog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F46BE-B0A5-8529-A06D-E43BF5F9EA6B}"/>
              </a:ext>
            </a:extLst>
          </p:cNvPr>
          <p:cNvSpPr/>
          <p:nvPr/>
        </p:nvSpPr>
        <p:spPr>
          <a:xfrm>
            <a:off x="2955787" y="2047562"/>
            <a:ext cx="155448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Define RCM Engagement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Introduce Product Champion/ PL Domain roles (HC neutral)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EB Kit Guidance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EB Separator Summit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RDE Lab Footprint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M&amp;T Townhall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75F7AB-3FFF-4B37-FF43-7890B3015B19}"/>
              </a:ext>
            </a:extLst>
          </p:cNvPr>
          <p:cNvSpPr/>
          <p:nvPr/>
        </p:nvSpPr>
        <p:spPr>
          <a:xfrm>
            <a:off x="4693146" y="1498922"/>
            <a:ext cx="15544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To Do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384131-5048-7FA8-4B8A-6502F556FE87}"/>
              </a:ext>
            </a:extLst>
          </p:cNvPr>
          <p:cNvSpPr/>
          <p:nvPr/>
        </p:nvSpPr>
        <p:spPr>
          <a:xfrm>
            <a:off x="4693146" y="2047562"/>
            <a:ext cx="155448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4CBD-32FB-36ED-4639-CC63E7806B8C}"/>
              </a:ext>
            </a:extLst>
          </p:cNvPr>
          <p:cNvSpPr/>
          <p:nvPr/>
        </p:nvSpPr>
        <p:spPr>
          <a:xfrm>
            <a:off x="6430506" y="1498922"/>
            <a:ext cx="15544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In Progress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6DE9C1-FEEB-E45F-E830-58AAA2F036C8}"/>
              </a:ext>
            </a:extLst>
          </p:cNvPr>
          <p:cNvSpPr/>
          <p:nvPr/>
        </p:nvSpPr>
        <p:spPr>
          <a:xfrm>
            <a:off x="6430506" y="2047562"/>
            <a:ext cx="155448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Org design Marketing N-5,6,7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Org design Technology N-5,6,7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X-sell &amp; set-up comms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Pit Crew Comms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GTC HC Decision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806FD9-A4E0-9F2D-C407-68130843D796}"/>
              </a:ext>
            </a:extLst>
          </p:cNvPr>
          <p:cNvSpPr/>
          <p:nvPr/>
        </p:nvSpPr>
        <p:spPr>
          <a:xfrm>
            <a:off x="8167866" y="1498922"/>
            <a:ext cx="15544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Blocked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F14656-1FF9-56CD-02E2-AFEDEB75A883}"/>
              </a:ext>
            </a:extLst>
          </p:cNvPr>
          <p:cNvSpPr/>
          <p:nvPr/>
        </p:nvSpPr>
        <p:spPr>
          <a:xfrm>
            <a:off x="8167866" y="2047562"/>
            <a:ext cx="155448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Resolve Regulatory X-sell &amp; set-up barriers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178A42-E311-022E-4DD6-37E594F6C9DC}"/>
              </a:ext>
            </a:extLst>
          </p:cNvPr>
          <p:cNvSpPr/>
          <p:nvPr/>
        </p:nvSpPr>
        <p:spPr>
          <a:xfrm>
            <a:off x="9905226" y="1498922"/>
            <a:ext cx="15544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Done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F62DDC-902F-4ACC-882B-32F7B52BFBDD}"/>
              </a:ext>
            </a:extLst>
          </p:cNvPr>
          <p:cNvSpPr/>
          <p:nvPr/>
        </p:nvSpPr>
        <p:spPr>
          <a:xfrm>
            <a:off x="9905226" y="2047562"/>
            <a:ext cx="155448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Pit Crew MENA EB Priority Assessment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FFFFFF"/>
              </a:solidFill>
              <a:latin typeface="SLB Sans Book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MSP Process Decision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Product Set-up Process Decision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Org announcements M&amp;T N-4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LB Sans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LB Sans Book"/>
                <a:ea typeface="+mn-ea"/>
                <a:cs typeface="+mn-cs"/>
              </a:rPr>
              <a:t>Schedule Weekly call to review Sprint items</a:t>
            </a:r>
          </a:p>
        </p:txBody>
      </p:sp>
    </p:spTree>
    <p:extLst>
      <p:ext uri="{BB962C8B-B14F-4D97-AF65-F5344CB8AC3E}">
        <p14:creationId xmlns:p14="http://schemas.microsoft.com/office/powerpoint/2010/main" val="752838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209B3-7242-9AC0-6806-AD17356A2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8C6A-092F-8D3A-3C02-211A95CD2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2363"/>
            <a:ext cx="3512917" cy="3696087"/>
          </a:xfrm>
        </p:spPr>
        <p:txBody>
          <a:bodyPr/>
          <a:lstStyle/>
          <a:p>
            <a:r>
              <a:rPr lang="en-US" dirty="0"/>
              <a:t>The Ask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&amp;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Our Commitment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A7F5E0-C7B2-D7A3-AA31-3FD8B243B5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6042" y="457200"/>
            <a:ext cx="732123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Endorse the 7 strategic outcomes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Support resourcing for top 2026 priorities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Support align</a:t>
            </a:r>
            <a:r>
              <a:rPr lang="en-US" altLang="en-US" sz="1800" b="0" dirty="0">
                <a:latin typeface="+mn-lt"/>
              </a:rPr>
              <a:t>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with global and regional leaders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Promote cross-functional outcome teams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b="0" dirty="0">
              <a:latin typeface="+mn-lt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b="0" dirty="0">
              <a:latin typeface="+mn-lt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b="0" dirty="0">
              <a:latin typeface="+mn-lt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+mn-lt"/>
              </a:rPr>
              <a:t>One M&amp;T team, aligned behind one strategy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+mn-lt"/>
              </a:rPr>
              <a:t>Customer-first, outcome focused execution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+mn-lt"/>
              </a:rPr>
              <a:t>Data-driven decisions and digital at the core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+mn-lt"/>
              </a:rPr>
              <a:t>Talent, capability, and clarity to win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+mn-lt"/>
              </a:rPr>
              <a:t>Delivering measurable value for SLB, customers, and shareholders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7623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2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1.00000000000000000000E+00&quot;&gt;&lt;m_msothmcolidx val=&quot;0&quot;/&gt;&lt;m_rgb r=&quot;FB&quot; g=&quot;B9&quot; b=&quot;1A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cbSfExS3Y.i8J8HWlr7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GZtdLdOHqmlI5PjNFbO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evhTpD9ZvhCwZtukq7z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F9mScEv9Efmp4L282pv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XHLAWHgbaCyWBn4vI3Ng"/>
</p:tagLst>
</file>

<file path=ppt/theme/theme1.xml><?xml version="1.0" encoding="utf-8"?>
<a:theme xmlns:a="http://schemas.openxmlformats.org/drawingml/2006/main" name="SLB White">
  <a:themeElements>
    <a:clrScheme name="SLB">
      <a:dk1>
        <a:srgbClr val="000000"/>
      </a:dk1>
      <a:lt1>
        <a:srgbClr val="FFFFFF"/>
      </a:lt1>
      <a:dk2>
        <a:srgbClr val="32323C"/>
      </a:dk2>
      <a:lt2>
        <a:srgbClr val="DCE1E1"/>
      </a:lt2>
      <a:accent1>
        <a:srgbClr val="0014DC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0000"/>
      </a:hlink>
      <a:folHlink>
        <a:srgbClr val="000000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bg1"/>
          </a:solidFill>
          <a:round/>
          <a:headEnd type="none" w="med" len="med"/>
          <a:tailEnd type="arrow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B_WhiteTemplate_v2-6" id="{AC9FB05B-4062-F14F-8C44-D59B85A9B02B}" vid="{203E99A3-8E03-4A4A-8A2F-458D4D053FA9}"/>
    </a:ext>
  </a:extLst>
</a:theme>
</file>

<file path=ppt/theme/theme2.xml><?xml version="1.0" encoding="utf-8"?>
<a:theme xmlns:a="http://schemas.openxmlformats.org/drawingml/2006/main" name="18_SLB White">
  <a:themeElements>
    <a:clrScheme name="SLB">
      <a:dk1>
        <a:srgbClr val="000000"/>
      </a:dk1>
      <a:lt1>
        <a:srgbClr val="FFFFFF"/>
      </a:lt1>
      <a:dk2>
        <a:srgbClr val="32323C"/>
      </a:dk2>
      <a:lt2>
        <a:srgbClr val="DCE1E1"/>
      </a:lt2>
      <a:accent1>
        <a:srgbClr val="0014DC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0000"/>
      </a:hlink>
      <a:folHlink>
        <a:srgbClr val="000000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  <a:round/>
          <a:headEnd type="none" w="med" len="med"/>
          <a:tailEnd type="arrow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B_BlueTemplate_v2-1" id="{E83012FF-7371-404F-AD9F-A9070DEC77AB}" vid="{6AE05AFC-B19E-E646-8AEF-D84BA2EF6B16}"/>
    </a:ext>
  </a:extLst>
</a:theme>
</file>

<file path=ppt/theme/theme3.xml><?xml version="1.0" encoding="utf-8"?>
<a:theme xmlns:a="http://schemas.openxmlformats.org/drawingml/2006/main" name="1_SLB Blue">
  <a:themeElements>
    <a:clrScheme name="SLB Blue">
      <a:dk1>
        <a:srgbClr val="000000"/>
      </a:dk1>
      <a:lt1>
        <a:srgbClr val="0014DB"/>
      </a:lt1>
      <a:dk2>
        <a:srgbClr val="32323C"/>
      </a:dk2>
      <a:lt2>
        <a:srgbClr val="DCE1E1"/>
      </a:lt2>
      <a:accent1>
        <a:srgbClr val="FEFFFF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0000"/>
      </a:hlink>
      <a:folHlink>
        <a:srgbClr val="000000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  <a:round/>
          <a:headEnd type="none" w="med" len="med"/>
          <a:tailEnd type="arrow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B_Blue_Template" id="{8EDC5306-3D52-2043-8FA8-9921AF4ED93C}" vid="{06332BE1-96A9-874F-81B3-DA15AA1197A1}"/>
    </a:ext>
  </a:extLst>
</a:theme>
</file>

<file path=ppt/theme/theme4.xml><?xml version="1.0" encoding="utf-8"?>
<a:theme xmlns:a="http://schemas.openxmlformats.org/drawingml/2006/main" name="1_SLB White">
  <a:themeElements>
    <a:clrScheme name="SLB White 7-4-23 ">
      <a:dk1>
        <a:srgbClr val="000000"/>
      </a:dk1>
      <a:lt1>
        <a:srgbClr val="FFFFFF"/>
      </a:lt1>
      <a:dk2>
        <a:srgbClr val="32323C"/>
      </a:dk2>
      <a:lt2>
        <a:srgbClr val="DCE1E1"/>
      </a:lt2>
      <a:accent1>
        <a:srgbClr val="0014DC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D2DB"/>
      </a:hlink>
      <a:folHlink>
        <a:srgbClr val="00D2DB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dash"/>
        </a:ln>
      </a:spPr>
      <a:bodyPr wrap="square" lIns="0" tIns="0" rIns="0" bIns="0" rtlCol="0" anchor="ctr" anchorCtr="0">
        <a:noAutofit/>
      </a:bodyPr>
      <a:lstStyle>
        <a:defPPr algn="ctr">
          <a:defRPr sz="1200" dirty="0">
            <a:solidFill>
              <a:srgbClr val="FFFFFF"/>
            </a:solidFill>
            <a:latin typeface="+mj-lt"/>
            <a:sym typeface="Manrope Medium"/>
          </a:defRPr>
        </a:defPPr>
      </a:lstStyle>
    </a:spDef>
    <a:lnDef>
      <a:spPr>
        <a:ln w="9525" cap="rnd">
          <a:solidFill>
            <a:schemeClr val="accent1"/>
          </a:solidFill>
          <a:round/>
          <a:headEnd type="none" w="med" len="med"/>
          <a:tailEnd type="none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marL="342900" indent="-342900" algn="l">
          <a:buFont typeface="SLB Sans Book" panose="02000503040000020004" pitchFamily="2" charset="0"/>
          <a:buChar char="→"/>
          <a:defRPr sz="2000" b="0" kern="1200">
            <a:solidFill>
              <a:schemeClr val="tx1"/>
            </a:solidFill>
            <a:latin typeface="SLB Sans Book" panose="02000503040000020004" pitchFamily="2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200A5F31-2506-BF40-B705-611D79BB059E}" vid="{1E91B6F2-9752-934C-8297-A4AB2A5D53B8}"/>
    </a:ext>
  </a:extLst>
</a:theme>
</file>

<file path=ppt/theme/theme5.xml><?xml version="1.0" encoding="utf-8"?>
<a:theme xmlns:a="http://schemas.openxmlformats.org/drawingml/2006/main" name="4_SLB Blue">
  <a:themeElements>
    <a:clrScheme name="SLB Blue">
      <a:dk1>
        <a:srgbClr val="000000"/>
      </a:dk1>
      <a:lt1>
        <a:srgbClr val="0014DB"/>
      </a:lt1>
      <a:dk2>
        <a:srgbClr val="32323C"/>
      </a:dk2>
      <a:lt2>
        <a:srgbClr val="DCE1E1"/>
      </a:lt2>
      <a:accent1>
        <a:srgbClr val="FEFFFF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0000"/>
      </a:hlink>
      <a:folHlink>
        <a:srgbClr val="000000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  <a:round/>
          <a:headEnd type="none" w="med" len="med"/>
          <a:tailEnd type="arrow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B_Blue_Template" id="{8EDC5306-3D52-2043-8FA8-9921AF4ED93C}" vid="{06332BE1-96A9-874F-81B3-DA15AA1197A1}"/>
    </a:ext>
  </a:extLst>
</a:theme>
</file>

<file path=ppt/theme/theme6.xml><?xml version="1.0" encoding="utf-8"?>
<a:theme xmlns:a="http://schemas.openxmlformats.org/drawingml/2006/main" name="5_SLB White">
  <a:themeElements>
    <a:clrScheme name="SLB">
      <a:dk1>
        <a:srgbClr val="000000"/>
      </a:dk1>
      <a:lt1>
        <a:srgbClr val="FFFFFF"/>
      </a:lt1>
      <a:dk2>
        <a:srgbClr val="32323C"/>
      </a:dk2>
      <a:lt2>
        <a:srgbClr val="DCE1E1"/>
      </a:lt2>
      <a:accent1>
        <a:srgbClr val="0014DC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0000"/>
      </a:hlink>
      <a:folHlink>
        <a:srgbClr val="000000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  <a:round/>
          <a:headEnd type="none" w="med" len="med"/>
          <a:tailEnd type="arrow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B_BlueTemplate_v2-5" id="{88C16E1B-83CF-3E45-BC39-45F23621915B}" vid="{9DD48262-31DF-7F4D-9366-57F87E1140E5}"/>
    </a:ext>
  </a:extLst>
</a:theme>
</file>

<file path=ppt/theme/theme7.xml><?xml version="1.0" encoding="utf-8"?>
<a:theme xmlns:a="http://schemas.openxmlformats.org/drawingml/2006/main" name="23_SLB White">
  <a:themeElements>
    <a:clrScheme name="SLB">
      <a:dk1>
        <a:srgbClr val="000000"/>
      </a:dk1>
      <a:lt1>
        <a:srgbClr val="FFFFFF"/>
      </a:lt1>
      <a:dk2>
        <a:srgbClr val="32323C"/>
      </a:dk2>
      <a:lt2>
        <a:srgbClr val="DCE1E1"/>
      </a:lt2>
      <a:accent1>
        <a:srgbClr val="0014DC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0000"/>
      </a:hlink>
      <a:folHlink>
        <a:srgbClr val="000000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bg1"/>
          </a:solidFill>
          <a:round/>
          <a:headEnd type="none" w="med" len="med"/>
          <a:tailEnd type="arrow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B_WhiteTemplate_v2-6" id="{AC9FB05B-4062-F14F-8C44-D59B85A9B02B}" vid="{203E99A3-8E03-4A4A-8A2F-458D4D053FA9}"/>
    </a:ext>
  </a:extLst>
</a:theme>
</file>

<file path=ppt/theme/theme8.xml><?xml version="1.0" encoding="utf-8"?>
<a:theme xmlns:a="http://schemas.openxmlformats.org/drawingml/2006/main" name="6_SLB White">
  <a:themeElements>
    <a:clrScheme name="SLB White 7-4-23 ">
      <a:dk1>
        <a:srgbClr val="000000"/>
      </a:dk1>
      <a:lt1>
        <a:srgbClr val="FFFFFF"/>
      </a:lt1>
      <a:dk2>
        <a:srgbClr val="32323C"/>
      </a:dk2>
      <a:lt2>
        <a:srgbClr val="DCE1E1"/>
      </a:lt2>
      <a:accent1>
        <a:srgbClr val="0014DC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D2DB"/>
      </a:hlink>
      <a:folHlink>
        <a:srgbClr val="00D2DB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marL="285750" indent="-285750" algn="ctr">
          <a:buFont typeface="SLB Sans Book" panose="02000503040000020004" pitchFamily="2" charset="0"/>
          <a:buChar char="→"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  <a:round/>
          <a:headEnd type="none" w="med" len="med"/>
          <a:tailEnd type="none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marL="342900" indent="-342900" algn="l">
          <a:buFont typeface="SLB Sans Book" panose="02000503040000020004" pitchFamily="2" charset="0"/>
          <a:buChar char="→"/>
          <a:defRPr sz="2000" b="0" kern="1200">
            <a:solidFill>
              <a:schemeClr val="tx1"/>
            </a:solidFill>
            <a:latin typeface="SLB Sans Book" panose="02000503040000020004" pitchFamily="2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200A5F31-2506-BF40-B705-611D79BB059E}" vid="{1E91B6F2-9752-934C-8297-A4AB2A5D53B8}"/>
    </a:ext>
  </a:extLst>
</a:theme>
</file>

<file path=ppt/theme/theme9.xml><?xml version="1.0" encoding="utf-8"?>
<a:theme xmlns:a="http://schemas.openxmlformats.org/drawingml/2006/main" name="2_SLB Blue">
  <a:themeElements>
    <a:clrScheme name="SLB Blue">
      <a:dk1>
        <a:srgbClr val="000000"/>
      </a:dk1>
      <a:lt1>
        <a:srgbClr val="0014DB"/>
      </a:lt1>
      <a:dk2>
        <a:srgbClr val="32323C"/>
      </a:dk2>
      <a:lt2>
        <a:srgbClr val="DCE1E1"/>
      </a:lt2>
      <a:accent1>
        <a:srgbClr val="FEFFFF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0000"/>
      </a:hlink>
      <a:folHlink>
        <a:srgbClr val="000000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  <a:round/>
          <a:headEnd type="none" w="med" len="med"/>
          <a:tailEnd type="arrow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B_BlueTemplate_v2-6" id="{2746A33A-BD88-194E-B64C-F88DBB112733}" vid="{ACFE8D1F-8FC8-BD41-ABC1-F52646C9646F}"/>
    </a:ext>
  </a:extLst>
</a:theme>
</file>

<file path=ppt/theme/theme10.xml><?xml version="1.0" encoding="utf-8"?>
<a:theme xmlns:a="http://schemas.openxmlformats.org/drawingml/2006/main" name="3_SLB Blue">
  <a:themeElements>
    <a:clrScheme name="SLB Blue 7-3-23">
      <a:dk1>
        <a:srgbClr val="000000"/>
      </a:dk1>
      <a:lt1>
        <a:srgbClr val="0014DB"/>
      </a:lt1>
      <a:dk2>
        <a:srgbClr val="32323C"/>
      </a:dk2>
      <a:lt2>
        <a:srgbClr val="DCE1E1"/>
      </a:lt2>
      <a:accent1>
        <a:srgbClr val="FEFFFF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D2DB"/>
      </a:hlink>
      <a:folHlink>
        <a:srgbClr val="00D2DB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marL="285750" indent="-285750" algn="ctr">
          <a:buFont typeface="SLB Sans Book" panose="02000503040000020004" pitchFamily="2" charset="0"/>
          <a:buChar char="→"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  <a:round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342900" indent="-342900" algn="l">
          <a:buFont typeface="SLB Sans Book" panose="02000503040000020004" pitchFamily="2" charset="0"/>
          <a:buChar char="→"/>
          <a:defRPr sz="2000" b="0" kern="1200">
            <a:solidFill>
              <a:schemeClr val="accent1"/>
            </a:solidFill>
            <a:latin typeface="SLB Sans Book" panose="02000503040000020004" pitchFamily="2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200A5F31-2506-BF40-B705-611D79BB059E}" vid="{D999016E-E902-FB46-9459-90D2AF07F75F}"/>
    </a:ext>
  </a:extLst>
</a:theme>
</file>

<file path=ppt/theme/theme11.xml><?xml version="1.0" encoding="utf-8"?>
<a:theme xmlns:a="http://schemas.openxmlformats.org/drawingml/2006/main" name="4_SLB White">
  <a:themeElements>
    <a:clrScheme name="SLB White 7-4-23 ">
      <a:dk1>
        <a:srgbClr val="000000"/>
      </a:dk1>
      <a:lt1>
        <a:srgbClr val="FFFFFF"/>
      </a:lt1>
      <a:dk2>
        <a:srgbClr val="32323C"/>
      </a:dk2>
      <a:lt2>
        <a:srgbClr val="DCE1E1"/>
      </a:lt2>
      <a:accent1>
        <a:srgbClr val="0014DC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D2DB"/>
      </a:hlink>
      <a:folHlink>
        <a:srgbClr val="00D2DB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marL="285750" indent="-285750" algn="ctr">
          <a:buFont typeface="SLB Sans Book" panose="02000503040000020004" pitchFamily="2" charset="0"/>
          <a:buChar char="→"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  <a:round/>
          <a:headEnd type="none" w="med" len="med"/>
          <a:tailEnd type="none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marL="342900" indent="-342900" algn="l">
          <a:buFont typeface="SLB Sans Book" panose="02000503040000020004" pitchFamily="2" charset="0"/>
          <a:buChar char="→"/>
          <a:defRPr sz="2000" b="0" kern="1200">
            <a:solidFill>
              <a:schemeClr val="tx1"/>
            </a:solidFill>
            <a:latin typeface="SLB Sans Book" panose="02000503040000020004" pitchFamily="2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200A5F31-2506-BF40-B705-611D79BB059E}" vid="{1E91B6F2-9752-934C-8297-A4AB2A5D53B8}"/>
    </a:ext>
  </a:extLst>
</a:theme>
</file>

<file path=ppt/theme/theme12.xml><?xml version="1.0" encoding="utf-8"?>
<a:theme xmlns:a="http://schemas.openxmlformats.org/drawingml/2006/main" name="SLB Blue">
  <a:themeElements>
    <a:clrScheme name="SLB Blue">
      <a:dk1>
        <a:srgbClr val="000000"/>
      </a:dk1>
      <a:lt1>
        <a:srgbClr val="0014DB"/>
      </a:lt1>
      <a:dk2>
        <a:srgbClr val="32323C"/>
      </a:dk2>
      <a:lt2>
        <a:srgbClr val="DCE1E1"/>
      </a:lt2>
      <a:accent1>
        <a:srgbClr val="FEFFFF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0000"/>
      </a:hlink>
      <a:folHlink>
        <a:srgbClr val="000000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  <a:round/>
          <a:headEnd type="none" w="med" len="med"/>
          <a:tailEnd type="arrow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B_Blue_Template" id="{8EDC5306-3D52-2043-8FA8-9921AF4ED93C}" vid="{06332BE1-96A9-874F-81B3-DA15AA1197A1}"/>
    </a:ext>
  </a:extLst>
</a:theme>
</file>

<file path=ppt/theme/theme13.xml><?xml version="1.0" encoding="utf-8"?>
<a:theme xmlns:a="http://schemas.openxmlformats.org/drawingml/2006/main" name="5_SLB Blue">
  <a:themeElements>
    <a:clrScheme name="SLB Blue">
      <a:dk1>
        <a:srgbClr val="000000"/>
      </a:dk1>
      <a:lt1>
        <a:srgbClr val="0014DB"/>
      </a:lt1>
      <a:dk2>
        <a:srgbClr val="32323C"/>
      </a:dk2>
      <a:lt2>
        <a:srgbClr val="DCE1E1"/>
      </a:lt2>
      <a:accent1>
        <a:srgbClr val="FEFFFF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0000"/>
      </a:hlink>
      <a:folHlink>
        <a:srgbClr val="000000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  <a:round/>
          <a:headEnd type="none" w="med" len="med"/>
          <a:tailEnd type="arrow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B_BlueTemplate_v2-6" id="{2746A33A-BD88-194E-B64C-F88DBB112733}" vid="{ACFE8D1F-8FC8-BD41-ABC1-F52646C9646F}"/>
    </a:ext>
  </a:extLst>
</a:theme>
</file>

<file path=ppt/theme/theme14.xml><?xml version="1.0" encoding="utf-8"?>
<a:theme xmlns:a="http://schemas.openxmlformats.org/drawingml/2006/main" name="24_SLB White">
  <a:themeElements>
    <a:clrScheme name="SLB">
      <a:dk1>
        <a:srgbClr val="000000"/>
      </a:dk1>
      <a:lt1>
        <a:srgbClr val="FFFFFF"/>
      </a:lt1>
      <a:dk2>
        <a:srgbClr val="32323C"/>
      </a:dk2>
      <a:lt2>
        <a:srgbClr val="DCE1E1"/>
      </a:lt2>
      <a:accent1>
        <a:srgbClr val="0014DC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0000"/>
      </a:hlink>
      <a:folHlink>
        <a:srgbClr val="000000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bg1"/>
          </a:solidFill>
          <a:round/>
          <a:headEnd type="none" w="med" len="med"/>
          <a:tailEnd type="arrow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B_WhiteTemplate_v2-6" id="{AC9FB05B-4062-F14F-8C44-D59B85A9B02B}" vid="{203E99A3-8E03-4A4A-8A2F-458D4D053FA9}"/>
    </a:ext>
  </a:extLst>
</a:theme>
</file>

<file path=ppt/theme/theme15.xml><?xml version="1.0" encoding="utf-8"?>
<a:theme xmlns:a="http://schemas.openxmlformats.org/drawingml/2006/main" name="SLB White">
  <a:themeElements>
    <a:clrScheme name="SLB White 7-4-23 ">
      <a:dk1>
        <a:srgbClr val="000000"/>
      </a:dk1>
      <a:lt1>
        <a:srgbClr val="FFFFFF"/>
      </a:lt1>
      <a:dk2>
        <a:srgbClr val="32323C"/>
      </a:dk2>
      <a:lt2>
        <a:srgbClr val="DCE1E1"/>
      </a:lt2>
      <a:accent1>
        <a:srgbClr val="0014DC"/>
      </a:accent1>
      <a:accent2>
        <a:srgbClr val="00D2DC"/>
      </a:accent2>
      <a:accent3>
        <a:srgbClr val="1E1464"/>
      </a:accent3>
      <a:accent4>
        <a:srgbClr val="6E8CC8"/>
      </a:accent4>
      <a:accent5>
        <a:srgbClr val="AFBEE1"/>
      </a:accent5>
      <a:accent6>
        <a:srgbClr val="AAAAAA"/>
      </a:accent6>
      <a:hlink>
        <a:srgbClr val="00D2DB"/>
      </a:hlink>
      <a:folHlink>
        <a:srgbClr val="00D2DB"/>
      </a:folHlink>
    </a:clrScheme>
    <a:fontScheme name="SLB Sans">
      <a:majorFont>
        <a:latin typeface="SLB Sans Light"/>
        <a:ea typeface=""/>
        <a:cs typeface=""/>
      </a:majorFont>
      <a:minorFont>
        <a:latin typeface="SLB 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marL="285750" indent="-285750" algn="ctr">
          <a:buFont typeface="SLB Sans Book" panose="02000503040000020004" pitchFamily="2" charset="0"/>
          <a:buChar char="→"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  <a:round/>
          <a:headEnd type="none" w="med" len="med"/>
          <a:tailEnd type="none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marL="342900" indent="-342900" algn="l">
          <a:buFont typeface="SLB Sans Book" panose="02000503040000020004" pitchFamily="2" charset="0"/>
          <a:buChar char="→"/>
          <a:defRPr sz="2000" b="0" kern="1200">
            <a:solidFill>
              <a:schemeClr val="tx1"/>
            </a:solidFill>
            <a:latin typeface="SLB Sans Book" panose="02000503040000020004" pitchFamily="2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200A5F31-2506-BF40-B705-611D79BB059E}" vid="{1E91B6F2-9752-934C-8297-A4AB2A5D53B8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6D078E2BD00D4A86F8778381004AB1" ma:contentTypeVersion="4" ma:contentTypeDescription="Create a new document." ma:contentTypeScope="" ma:versionID="ceb461d9648c574717d4cfebf2e9e927">
  <xsd:schema xmlns:xsd="http://www.w3.org/2001/XMLSchema" xmlns:xs="http://www.w3.org/2001/XMLSchema" xmlns:p="http://schemas.microsoft.com/office/2006/metadata/properties" xmlns:ns2="3ee3dd07-da9c-4d43-85fb-04cba022d980" targetNamespace="http://schemas.microsoft.com/office/2006/metadata/properties" ma:root="true" ma:fieldsID="dffaf377a0cdadec275908d807cb1148" ns2:_="">
    <xsd:import namespace="3ee3dd07-da9c-4d43-85fb-04cba022d9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e3dd07-da9c-4d43-85fb-04cba022d9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19A9F0-2895-4ACC-A9D0-DFA4F06667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418F1-A090-4771-A49F-D9B6E64786D1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3ee3dd07-da9c-4d43-85fb-04cba022d980"/>
  </ds:schemaRefs>
</ds:datastoreItem>
</file>

<file path=customXml/itemProps3.xml><?xml version="1.0" encoding="utf-8"?>
<ds:datastoreItem xmlns:ds="http://schemas.openxmlformats.org/officeDocument/2006/customXml" ds:itemID="{C2DD05D5-9730-4A81-849D-3BA21D51DC4D}">
  <ds:schemaRefs>
    <ds:schemaRef ds:uri="3ee3dd07-da9c-4d43-85fb-04cba022d98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bb759f6-5337-4dc5-b19b-e74b6da11f8f}" enabled="1" method="Standard" siteId="{41ff26dc-250f-4b13-8981-739be8610c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2316</TotalTime>
  <Words>1549</Words>
  <Application>Microsoft Office PowerPoint</Application>
  <PresentationFormat>Widescreen</PresentationFormat>
  <Paragraphs>306</Paragraphs>
  <Slides>13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38" baseType="lpstr">
      <vt:lpstr>Aptos</vt:lpstr>
      <vt:lpstr>Arial</vt:lpstr>
      <vt:lpstr>Arial Narrow</vt:lpstr>
      <vt:lpstr>Calibri</vt:lpstr>
      <vt:lpstr>SLB Sans</vt:lpstr>
      <vt:lpstr>SLB Sans Book</vt:lpstr>
      <vt:lpstr>SLB Sans Light</vt:lpstr>
      <vt:lpstr>Tahoma</vt:lpstr>
      <vt:lpstr>Wingdings</vt:lpstr>
      <vt:lpstr>SLB White</vt:lpstr>
      <vt:lpstr>18_SLB White</vt:lpstr>
      <vt:lpstr>1_SLB Blue</vt:lpstr>
      <vt:lpstr>1_SLB White</vt:lpstr>
      <vt:lpstr>4_SLB Blue</vt:lpstr>
      <vt:lpstr>5_SLB White</vt:lpstr>
      <vt:lpstr>23_SLB White</vt:lpstr>
      <vt:lpstr>6_SLB White</vt:lpstr>
      <vt:lpstr>2_SLB Blue</vt:lpstr>
      <vt:lpstr>3_SLB Blue</vt:lpstr>
      <vt:lpstr>4_SLB White</vt:lpstr>
      <vt:lpstr>SLB Blue</vt:lpstr>
      <vt:lpstr>5_SLB Blue</vt:lpstr>
      <vt:lpstr>24_SLB White</vt:lpstr>
      <vt:lpstr>SLB White</vt:lpstr>
      <vt:lpstr>think-cell Slide</vt:lpstr>
      <vt:lpstr>Marketing &amp; Technology;  An Enabler of PCT Growth </vt:lpstr>
      <vt:lpstr>PCT 2030 Ambition</vt:lpstr>
      <vt:lpstr>What Has Changed</vt:lpstr>
      <vt:lpstr>The Reality Check!</vt:lpstr>
      <vt:lpstr>The Reality Check!</vt:lpstr>
      <vt:lpstr>M&amp;T Ambition</vt:lpstr>
      <vt:lpstr>Initial Changes</vt:lpstr>
      <vt:lpstr>Our Priority Strategic Outcomes  The WHAT  2-3 year horizon</vt:lpstr>
      <vt:lpstr>Our Design Principles  The HOW</vt:lpstr>
      <vt:lpstr>Who Owns What  The WHO</vt:lpstr>
      <vt:lpstr>Top  Priorities</vt:lpstr>
      <vt:lpstr>Integration Priority  90 day Sprint Board</vt:lpstr>
      <vt:lpstr>The Ask  &amp;   Our Commitment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Frank</dc:creator>
  <cp:lastModifiedBy>Hart, Susan-Lee</cp:lastModifiedBy>
  <cp:revision>3</cp:revision>
  <dcterms:created xsi:type="dcterms:W3CDTF">2025-06-24T15:35:08Z</dcterms:created>
  <dcterms:modified xsi:type="dcterms:W3CDTF">2025-11-19T02:15:02Z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SLB White:7\18_SLB White:6\1_SLB Blue:9\1_SLB White:8\4_SLB Blue:6\5_SLB White:6\23_SLB White:7</vt:lpwstr>
  </property>
  <property fmtid="{D5CDD505-2E9C-101B-9397-08002B2CF9AE}" pid="3" name="ClassificationContentMarkingFooterText">
    <vt:lpwstr>SLB-Private</vt:lpwstr>
  </property>
  <property fmtid="{D5CDD505-2E9C-101B-9397-08002B2CF9AE}" pid="4" name="ContentTypeId">
    <vt:lpwstr>0x0101005A6D078E2BD00D4A86F8778381004AB1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  <property fmtid="{D5CDD505-2E9C-101B-9397-08002B2CF9AE}" pid="11" name="MediaServiceImageTags">
    <vt:lpwstr/>
  </property>
  <property fmtid="{D5CDD505-2E9C-101B-9397-08002B2CF9AE}" pid="12" name="Order">
    <vt:lpwstr>77800.0000000000</vt:lpwstr>
  </property>
</Properties>
</file>